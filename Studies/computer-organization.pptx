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4641" r:id="rId2"/>
    <p:sldId id="256" r:id="rId3"/>
    <p:sldId id="257" r:id="rId4"/>
    <p:sldId id="258" r:id="rId5"/>
    <p:sldId id="259" r:id="rId6"/>
    <p:sldId id="260" r:id="rId7"/>
    <p:sldId id="288" r:id="rId8"/>
    <p:sldId id="290" r:id="rId9"/>
    <p:sldId id="291" r:id="rId10"/>
    <p:sldId id="289" r:id="rId11"/>
    <p:sldId id="261" r:id="rId12"/>
    <p:sldId id="285" r:id="rId13"/>
    <p:sldId id="286" r:id="rId14"/>
    <p:sldId id="287" r:id="rId15"/>
    <p:sldId id="284" r:id="rId16"/>
    <p:sldId id="262" r:id="rId17"/>
    <p:sldId id="304" r:id="rId18"/>
    <p:sldId id="264" r:id="rId19"/>
    <p:sldId id="263" r:id="rId20"/>
    <p:sldId id="292" r:id="rId21"/>
    <p:sldId id="293" r:id="rId22"/>
    <p:sldId id="29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303" r:id="rId38"/>
    <p:sldId id="279" r:id="rId39"/>
    <p:sldId id="280" r:id="rId40"/>
    <p:sldId id="281" r:id="rId41"/>
    <p:sldId id="282" r:id="rId42"/>
    <p:sldId id="295" r:id="rId43"/>
    <p:sldId id="301" r:id="rId44"/>
    <p:sldId id="302" r:id="rId45"/>
    <p:sldId id="296" r:id="rId46"/>
    <p:sldId id="297" r:id="rId47"/>
    <p:sldId id="298" r:id="rId48"/>
    <p:sldId id="299" r:id="rId49"/>
    <p:sldId id="300"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F613CB-1C72-45BB-BE95-FC24AFFC5BE2}" v="1" dt="2025-01-13T03:18:01.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p:restoredTop sz="94640"/>
  </p:normalViewPr>
  <p:slideViewPr>
    <p:cSldViewPr snapToGrid="0" snapToObjects="1">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ib Banerjee" userId="5de64eb3-e356-49d9-89ab-9412d4751058" providerId="ADAL" clId="{02F613CB-1C72-45BB-BE95-FC24AFFC5BE2}"/>
    <pc:docChg chg="custSel addSld delSld modSld">
      <pc:chgData name="Rajib Banerjee" userId="5de64eb3-e356-49d9-89ab-9412d4751058" providerId="ADAL" clId="{02F613CB-1C72-45BB-BE95-FC24AFFC5BE2}" dt="2025-01-13T03:18:09.809" v="32" actId="47"/>
      <pc:docMkLst>
        <pc:docMk/>
      </pc:docMkLst>
      <pc:sldChg chg="modSp add mod">
        <pc:chgData name="Rajib Banerjee" userId="5de64eb3-e356-49d9-89ab-9412d4751058" providerId="ADAL" clId="{02F613CB-1C72-45BB-BE95-FC24AFFC5BE2}" dt="2025-01-13T03:18:02.030" v="2" actId="27636"/>
        <pc:sldMkLst>
          <pc:docMk/>
          <pc:sldMk cId="0" sldId="256"/>
        </pc:sldMkLst>
        <pc:spChg chg="mod">
          <ac:chgData name="Rajib Banerjee" userId="5de64eb3-e356-49d9-89ab-9412d4751058" providerId="ADAL" clId="{02F613CB-1C72-45BB-BE95-FC24AFFC5BE2}" dt="2025-01-13T03:18:02.030" v="2" actId="27636"/>
          <ac:spMkLst>
            <pc:docMk/>
            <pc:sldMk cId="0" sldId="256"/>
            <ac:spMk id="6" creationId="{65461ACB-D997-99DA-0B31-FF306D732ABF}"/>
          </ac:spMkLst>
        </pc:spChg>
      </pc:sldChg>
      <pc:sldChg chg="modSp add mod">
        <pc:chgData name="Rajib Banerjee" userId="5de64eb3-e356-49d9-89ab-9412d4751058" providerId="ADAL" clId="{02F613CB-1C72-45BB-BE95-FC24AFFC5BE2}" dt="2025-01-13T03:18:02.046" v="3" actId="27636"/>
        <pc:sldMkLst>
          <pc:docMk/>
          <pc:sldMk cId="0" sldId="257"/>
        </pc:sldMkLst>
        <pc:spChg chg="mod">
          <ac:chgData name="Rajib Banerjee" userId="5de64eb3-e356-49d9-89ab-9412d4751058" providerId="ADAL" clId="{02F613CB-1C72-45BB-BE95-FC24AFFC5BE2}" dt="2025-01-13T03:18:02.046" v="3" actId="27636"/>
          <ac:spMkLst>
            <pc:docMk/>
            <pc:sldMk cId="0" sldId="257"/>
            <ac:spMk id="14339" creationId="{7CC439FB-A7B8-7885-63D8-4B36D6C4D6C8}"/>
          </ac:spMkLst>
        </pc:spChg>
      </pc:sldChg>
      <pc:sldChg chg="modSp add mod">
        <pc:chgData name="Rajib Banerjee" userId="5de64eb3-e356-49d9-89ab-9412d4751058" providerId="ADAL" clId="{02F613CB-1C72-45BB-BE95-FC24AFFC5BE2}" dt="2025-01-13T03:18:02.058" v="4" actId="27636"/>
        <pc:sldMkLst>
          <pc:docMk/>
          <pc:sldMk cId="0" sldId="258"/>
        </pc:sldMkLst>
        <pc:spChg chg="mod">
          <ac:chgData name="Rajib Banerjee" userId="5de64eb3-e356-49d9-89ab-9412d4751058" providerId="ADAL" clId="{02F613CB-1C72-45BB-BE95-FC24AFFC5BE2}" dt="2025-01-13T03:18:02.058" v="4" actId="27636"/>
          <ac:spMkLst>
            <pc:docMk/>
            <pc:sldMk cId="0" sldId="258"/>
            <ac:spMk id="2" creationId="{7A3492C3-DBE6-EF1E-A43D-60EAA148434B}"/>
          </ac:spMkLst>
        </pc:spChg>
      </pc:sldChg>
      <pc:sldChg chg="add">
        <pc:chgData name="Rajib Banerjee" userId="5de64eb3-e356-49d9-89ab-9412d4751058" providerId="ADAL" clId="{02F613CB-1C72-45BB-BE95-FC24AFFC5BE2}" dt="2025-01-13T03:18:01.973" v="1"/>
        <pc:sldMkLst>
          <pc:docMk/>
          <pc:sldMk cId="0" sldId="259"/>
        </pc:sldMkLst>
      </pc:sldChg>
      <pc:sldChg chg="modSp add mod">
        <pc:chgData name="Rajib Banerjee" userId="5de64eb3-e356-49d9-89ab-9412d4751058" providerId="ADAL" clId="{02F613CB-1C72-45BB-BE95-FC24AFFC5BE2}" dt="2025-01-13T03:18:02.061" v="5" actId="27636"/>
        <pc:sldMkLst>
          <pc:docMk/>
          <pc:sldMk cId="0" sldId="260"/>
        </pc:sldMkLst>
        <pc:spChg chg="mod">
          <ac:chgData name="Rajib Banerjee" userId="5de64eb3-e356-49d9-89ab-9412d4751058" providerId="ADAL" clId="{02F613CB-1C72-45BB-BE95-FC24AFFC5BE2}" dt="2025-01-13T03:18:02.061" v="5" actId="27636"/>
          <ac:spMkLst>
            <pc:docMk/>
            <pc:sldMk cId="0" sldId="260"/>
            <ac:spMk id="2" creationId="{455FDEE6-2DDF-B176-6A4F-A113739CA785}"/>
          </ac:spMkLst>
        </pc:spChg>
      </pc:sldChg>
      <pc:sldChg chg="modSp add mod">
        <pc:chgData name="Rajib Banerjee" userId="5de64eb3-e356-49d9-89ab-9412d4751058" providerId="ADAL" clId="{02F613CB-1C72-45BB-BE95-FC24AFFC5BE2}" dt="2025-01-13T03:18:02.078" v="8" actId="27636"/>
        <pc:sldMkLst>
          <pc:docMk/>
          <pc:sldMk cId="0" sldId="261"/>
        </pc:sldMkLst>
        <pc:spChg chg="mod">
          <ac:chgData name="Rajib Banerjee" userId="5de64eb3-e356-49d9-89ab-9412d4751058" providerId="ADAL" clId="{02F613CB-1C72-45BB-BE95-FC24AFFC5BE2}" dt="2025-01-13T03:18:02.078" v="8" actId="27636"/>
          <ac:spMkLst>
            <pc:docMk/>
            <pc:sldMk cId="0" sldId="261"/>
            <ac:spMk id="22531" creationId="{D34102B6-458C-575C-6738-C84CE0E8B256}"/>
          </ac:spMkLst>
        </pc:spChg>
      </pc:sldChg>
      <pc:sldChg chg="add">
        <pc:chgData name="Rajib Banerjee" userId="5de64eb3-e356-49d9-89ab-9412d4751058" providerId="ADAL" clId="{02F613CB-1C72-45BB-BE95-FC24AFFC5BE2}" dt="2025-01-13T03:18:01.973" v="1"/>
        <pc:sldMkLst>
          <pc:docMk/>
          <pc:sldMk cId="0" sldId="262"/>
        </pc:sldMkLst>
      </pc:sldChg>
      <pc:sldChg chg="add">
        <pc:chgData name="Rajib Banerjee" userId="5de64eb3-e356-49d9-89ab-9412d4751058" providerId="ADAL" clId="{02F613CB-1C72-45BB-BE95-FC24AFFC5BE2}" dt="2025-01-13T03:18:01.973" v="1"/>
        <pc:sldMkLst>
          <pc:docMk/>
          <pc:sldMk cId="0" sldId="263"/>
        </pc:sldMkLst>
      </pc:sldChg>
      <pc:sldChg chg="modSp add mod">
        <pc:chgData name="Rajib Banerjee" userId="5de64eb3-e356-49d9-89ab-9412d4751058" providerId="ADAL" clId="{02F613CB-1C72-45BB-BE95-FC24AFFC5BE2}" dt="2025-01-13T03:18:02.094" v="10" actId="27636"/>
        <pc:sldMkLst>
          <pc:docMk/>
          <pc:sldMk cId="0" sldId="264"/>
        </pc:sldMkLst>
        <pc:spChg chg="mod">
          <ac:chgData name="Rajib Banerjee" userId="5de64eb3-e356-49d9-89ab-9412d4751058" providerId="ADAL" clId="{02F613CB-1C72-45BB-BE95-FC24AFFC5BE2}" dt="2025-01-13T03:18:02.094" v="10" actId="27636"/>
          <ac:spMkLst>
            <pc:docMk/>
            <pc:sldMk cId="0" sldId="264"/>
            <ac:spMk id="28675" creationId="{CE5F8CE4-10ED-0919-DEE9-C41948672EB6}"/>
          </ac:spMkLst>
        </pc:spChg>
      </pc:sldChg>
      <pc:sldChg chg="add">
        <pc:chgData name="Rajib Banerjee" userId="5de64eb3-e356-49d9-89ab-9412d4751058" providerId="ADAL" clId="{02F613CB-1C72-45BB-BE95-FC24AFFC5BE2}" dt="2025-01-13T03:18:01.973" v="1"/>
        <pc:sldMkLst>
          <pc:docMk/>
          <pc:sldMk cId="0" sldId="265"/>
        </pc:sldMkLst>
      </pc:sldChg>
      <pc:sldChg chg="add">
        <pc:chgData name="Rajib Banerjee" userId="5de64eb3-e356-49d9-89ab-9412d4751058" providerId="ADAL" clId="{02F613CB-1C72-45BB-BE95-FC24AFFC5BE2}" dt="2025-01-13T03:18:01.973" v="1"/>
        <pc:sldMkLst>
          <pc:docMk/>
          <pc:sldMk cId="0" sldId="266"/>
        </pc:sldMkLst>
      </pc:sldChg>
      <pc:sldChg chg="modSp add mod">
        <pc:chgData name="Rajib Banerjee" userId="5de64eb3-e356-49d9-89ab-9412d4751058" providerId="ADAL" clId="{02F613CB-1C72-45BB-BE95-FC24AFFC5BE2}" dt="2025-01-13T03:18:02.125" v="16" actId="27636"/>
        <pc:sldMkLst>
          <pc:docMk/>
          <pc:sldMk cId="0" sldId="267"/>
        </pc:sldMkLst>
        <pc:spChg chg="mod">
          <ac:chgData name="Rajib Banerjee" userId="5de64eb3-e356-49d9-89ab-9412d4751058" providerId="ADAL" clId="{02F613CB-1C72-45BB-BE95-FC24AFFC5BE2}" dt="2025-01-13T03:18:02.125" v="16" actId="27636"/>
          <ac:spMkLst>
            <pc:docMk/>
            <pc:sldMk cId="0" sldId="267"/>
            <ac:spMk id="39939" creationId="{6DC1676D-400A-158C-8926-2A9690619B6A}"/>
          </ac:spMkLst>
        </pc:spChg>
      </pc:sldChg>
      <pc:sldChg chg="modSp add mod">
        <pc:chgData name="Rajib Banerjee" userId="5de64eb3-e356-49d9-89ab-9412d4751058" providerId="ADAL" clId="{02F613CB-1C72-45BB-BE95-FC24AFFC5BE2}" dt="2025-01-13T03:18:02.130" v="17" actId="27636"/>
        <pc:sldMkLst>
          <pc:docMk/>
          <pc:sldMk cId="0" sldId="268"/>
        </pc:sldMkLst>
        <pc:spChg chg="mod">
          <ac:chgData name="Rajib Banerjee" userId="5de64eb3-e356-49d9-89ab-9412d4751058" providerId="ADAL" clId="{02F613CB-1C72-45BB-BE95-FC24AFFC5BE2}" dt="2025-01-13T03:18:02.130" v="17" actId="27636"/>
          <ac:spMkLst>
            <pc:docMk/>
            <pc:sldMk cId="0" sldId="268"/>
            <ac:spMk id="36867" creationId="{CA9BD76B-11A8-61D4-8695-257EA48837F6}"/>
          </ac:spMkLst>
        </pc:spChg>
      </pc:sldChg>
      <pc:sldChg chg="modSp add mod">
        <pc:chgData name="Rajib Banerjee" userId="5de64eb3-e356-49d9-89ab-9412d4751058" providerId="ADAL" clId="{02F613CB-1C72-45BB-BE95-FC24AFFC5BE2}" dt="2025-01-13T03:18:02.137" v="18" actId="27636"/>
        <pc:sldMkLst>
          <pc:docMk/>
          <pc:sldMk cId="0" sldId="269"/>
        </pc:sldMkLst>
        <pc:spChg chg="mod">
          <ac:chgData name="Rajib Banerjee" userId="5de64eb3-e356-49d9-89ab-9412d4751058" providerId="ADAL" clId="{02F613CB-1C72-45BB-BE95-FC24AFFC5BE2}" dt="2025-01-13T03:18:02.137" v="18" actId="27636"/>
          <ac:spMkLst>
            <pc:docMk/>
            <pc:sldMk cId="0" sldId="269"/>
            <ac:spMk id="37891" creationId="{A4CE563D-73F8-63F7-AF76-B0F030612684}"/>
          </ac:spMkLst>
        </pc:spChg>
      </pc:sldChg>
      <pc:sldChg chg="add">
        <pc:chgData name="Rajib Banerjee" userId="5de64eb3-e356-49d9-89ab-9412d4751058" providerId="ADAL" clId="{02F613CB-1C72-45BB-BE95-FC24AFFC5BE2}" dt="2025-01-13T03:18:01.973" v="1"/>
        <pc:sldMkLst>
          <pc:docMk/>
          <pc:sldMk cId="0" sldId="270"/>
        </pc:sldMkLst>
      </pc:sldChg>
      <pc:sldChg chg="add">
        <pc:chgData name="Rajib Banerjee" userId="5de64eb3-e356-49d9-89ab-9412d4751058" providerId="ADAL" clId="{02F613CB-1C72-45BB-BE95-FC24AFFC5BE2}" dt="2025-01-13T03:18:01.973" v="1"/>
        <pc:sldMkLst>
          <pc:docMk/>
          <pc:sldMk cId="0" sldId="271"/>
        </pc:sldMkLst>
      </pc:sldChg>
      <pc:sldChg chg="modSp add mod">
        <pc:chgData name="Rajib Banerjee" userId="5de64eb3-e356-49d9-89ab-9412d4751058" providerId="ADAL" clId="{02F613CB-1C72-45BB-BE95-FC24AFFC5BE2}" dt="2025-01-13T03:18:02.144" v="19" actId="27636"/>
        <pc:sldMkLst>
          <pc:docMk/>
          <pc:sldMk cId="0" sldId="272"/>
        </pc:sldMkLst>
        <pc:spChg chg="mod">
          <ac:chgData name="Rajib Banerjee" userId="5de64eb3-e356-49d9-89ab-9412d4751058" providerId="ADAL" clId="{02F613CB-1C72-45BB-BE95-FC24AFFC5BE2}" dt="2025-01-13T03:18:02.144" v="19" actId="27636"/>
          <ac:spMkLst>
            <pc:docMk/>
            <pc:sldMk cId="0" sldId="272"/>
            <ac:spMk id="45059" creationId="{F6ACFD61-6FAC-D6B9-EC1C-EB6DA6941121}"/>
          </ac:spMkLst>
        </pc:spChg>
      </pc:sldChg>
      <pc:sldChg chg="modSp add mod">
        <pc:chgData name="Rajib Banerjee" userId="5de64eb3-e356-49d9-89ab-9412d4751058" providerId="ADAL" clId="{02F613CB-1C72-45BB-BE95-FC24AFFC5BE2}" dt="2025-01-13T03:18:02.150" v="20" actId="27636"/>
        <pc:sldMkLst>
          <pc:docMk/>
          <pc:sldMk cId="0" sldId="273"/>
        </pc:sldMkLst>
        <pc:spChg chg="mod">
          <ac:chgData name="Rajib Banerjee" userId="5de64eb3-e356-49d9-89ab-9412d4751058" providerId="ADAL" clId="{02F613CB-1C72-45BB-BE95-FC24AFFC5BE2}" dt="2025-01-13T03:18:02.150" v="20" actId="27636"/>
          <ac:spMkLst>
            <pc:docMk/>
            <pc:sldMk cId="0" sldId="273"/>
            <ac:spMk id="3" creationId="{D646DADC-C029-A8C3-C405-C4E0EE250ED9}"/>
          </ac:spMkLst>
        </pc:spChg>
      </pc:sldChg>
      <pc:sldChg chg="add">
        <pc:chgData name="Rajib Banerjee" userId="5de64eb3-e356-49d9-89ab-9412d4751058" providerId="ADAL" clId="{02F613CB-1C72-45BB-BE95-FC24AFFC5BE2}" dt="2025-01-13T03:18:01.973" v="1"/>
        <pc:sldMkLst>
          <pc:docMk/>
          <pc:sldMk cId="0" sldId="274"/>
        </pc:sldMkLst>
      </pc:sldChg>
      <pc:sldChg chg="modSp add mod">
        <pc:chgData name="Rajib Banerjee" userId="5de64eb3-e356-49d9-89ab-9412d4751058" providerId="ADAL" clId="{02F613CB-1C72-45BB-BE95-FC24AFFC5BE2}" dt="2025-01-13T03:18:02.159" v="21" actId="27636"/>
        <pc:sldMkLst>
          <pc:docMk/>
          <pc:sldMk cId="0" sldId="275"/>
        </pc:sldMkLst>
        <pc:spChg chg="mod">
          <ac:chgData name="Rajib Banerjee" userId="5de64eb3-e356-49d9-89ab-9412d4751058" providerId="ADAL" clId="{02F613CB-1C72-45BB-BE95-FC24AFFC5BE2}" dt="2025-01-13T03:18:02.159" v="21" actId="27636"/>
          <ac:spMkLst>
            <pc:docMk/>
            <pc:sldMk cId="0" sldId="275"/>
            <ac:spMk id="44035" creationId="{9D957F0D-008D-1147-C903-AC6CFEAE00FA}"/>
          </ac:spMkLst>
        </pc:spChg>
      </pc:sldChg>
      <pc:sldChg chg="modSp add mod">
        <pc:chgData name="Rajib Banerjee" userId="5de64eb3-e356-49d9-89ab-9412d4751058" providerId="ADAL" clId="{02F613CB-1C72-45BB-BE95-FC24AFFC5BE2}" dt="2025-01-13T03:18:02.162" v="22" actId="27636"/>
        <pc:sldMkLst>
          <pc:docMk/>
          <pc:sldMk cId="0" sldId="276"/>
        </pc:sldMkLst>
        <pc:spChg chg="mod">
          <ac:chgData name="Rajib Banerjee" userId="5de64eb3-e356-49d9-89ab-9412d4751058" providerId="ADAL" clId="{02F613CB-1C72-45BB-BE95-FC24AFFC5BE2}" dt="2025-01-13T03:18:02.162" v="22" actId="27636"/>
          <ac:spMkLst>
            <pc:docMk/>
            <pc:sldMk cId="0" sldId="276"/>
            <ac:spMk id="49155" creationId="{4E8F8BFD-3A1F-E0B5-A75D-2DEEE44F4EEA}"/>
          </ac:spMkLst>
        </pc:spChg>
      </pc:sldChg>
      <pc:sldChg chg="modSp add mod">
        <pc:chgData name="Rajib Banerjee" userId="5de64eb3-e356-49d9-89ab-9412d4751058" providerId="ADAL" clId="{02F613CB-1C72-45BB-BE95-FC24AFFC5BE2}" dt="2025-01-13T03:18:02.163" v="23" actId="27636"/>
        <pc:sldMkLst>
          <pc:docMk/>
          <pc:sldMk cId="0" sldId="277"/>
        </pc:sldMkLst>
        <pc:spChg chg="mod">
          <ac:chgData name="Rajib Banerjee" userId="5de64eb3-e356-49d9-89ab-9412d4751058" providerId="ADAL" clId="{02F613CB-1C72-45BB-BE95-FC24AFFC5BE2}" dt="2025-01-13T03:18:02.163" v="23" actId="27636"/>
          <ac:spMkLst>
            <pc:docMk/>
            <pc:sldMk cId="0" sldId="277"/>
            <ac:spMk id="2" creationId="{A65B4037-96C6-5C7A-D3FF-0E4F78E188AF}"/>
          </ac:spMkLst>
        </pc:spChg>
      </pc:sldChg>
      <pc:sldChg chg="modSp add mod">
        <pc:chgData name="Rajib Banerjee" userId="5de64eb3-e356-49d9-89ab-9412d4751058" providerId="ADAL" clId="{02F613CB-1C72-45BB-BE95-FC24AFFC5BE2}" dt="2025-01-13T03:18:02.169" v="24" actId="27636"/>
        <pc:sldMkLst>
          <pc:docMk/>
          <pc:sldMk cId="0" sldId="278"/>
        </pc:sldMkLst>
        <pc:spChg chg="mod">
          <ac:chgData name="Rajib Banerjee" userId="5de64eb3-e356-49d9-89ab-9412d4751058" providerId="ADAL" clId="{02F613CB-1C72-45BB-BE95-FC24AFFC5BE2}" dt="2025-01-13T03:18:02.169" v="24" actId="27636"/>
          <ac:spMkLst>
            <pc:docMk/>
            <pc:sldMk cId="0" sldId="278"/>
            <ac:spMk id="51203" creationId="{55CD119A-7477-6F4B-1168-C2DEBB8A2169}"/>
          </ac:spMkLst>
        </pc:spChg>
      </pc:sldChg>
      <pc:sldChg chg="modSp add mod">
        <pc:chgData name="Rajib Banerjee" userId="5de64eb3-e356-49d9-89ab-9412d4751058" providerId="ADAL" clId="{02F613CB-1C72-45BB-BE95-FC24AFFC5BE2}" dt="2025-01-13T03:18:02.173" v="25" actId="27636"/>
        <pc:sldMkLst>
          <pc:docMk/>
          <pc:sldMk cId="0" sldId="279"/>
        </pc:sldMkLst>
        <pc:spChg chg="mod">
          <ac:chgData name="Rajib Banerjee" userId="5de64eb3-e356-49d9-89ab-9412d4751058" providerId="ADAL" clId="{02F613CB-1C72-45BB-BE95-FC24AFFC5BE2}" dt="2025-01-13T03:18:02.173" v="25" actId="27636"/>
          <ac:spMkLst>
            <pc:docMk/>
            <pc:sldMk cId="0" sldId="279"/>
            <ac:spMk id="49155" creationId="{66F3DF47-0F75-32F0-53E5-6DFB5E847EEC}"/>
          </ac:spMkLst>
        </pc:spChg>
      </pc:sldChg>
      <pc:sldChg chg="modSp add mod">
        <pc:chgData name="Rajib Banerjee" userId="5de64eb3-e356-49d9-89ab-9412d4751058" providerId="ADAL" clId="{02F613CB-1C72-45BB-BE95-FC24AFFC5BE2}" dt="2025-01-13T03:18:02.178" v="26" actId="27636"/>
        <pc:sldMkLst>
          <pc:docMk/>
          <pc:sldMk cId="0" sldId="280"/>
        </pc:sldMkLst>
        <pc:spChg chg="mod">
          <ac:chgData name="Rajib Banerjee" userId="5de64eb3-e356-49d9-89ab-9412d4751058" providerId="ADAL" clId="{02F613CB-1C72-45BB-BE95-FC24AFFC5BE2}" dt="2025-01-13T03:18:02.178" v="26" actId="27636"/>
          <ac:spMkLst>
            <pc:docMk/>
            <pc:sldMk cId="0" sldId="280"/>
            <ac:spMk id="50179" creationId="{43679AD5-0067-FC99-79C8-EB714FB05DA8}"/>
          </ac:spMkLst>
        </pc:spChg>
      </pc:sldChg>
      <pc:sldChg chg="add">
        <pc:chgData name="Rajib Banerjee" userId="5de64eb3-e356-49d9-89ab-9412d4751058" providerId="ADAL" clId="{02F613CB-1C72-45BB-BE95-FC24AFFC5BE2}" dt="2025-01-13T03:18:01.973" v="1"/>
        <pc:sldMkLst>
          <pc:docMk/>
          <pc:sldMk cId="0" sldId="281"/>
        </pc:sldMkLst>
      </pc:sldChg>
      <pc:sldChg chg="add">
        <pc:chgData name="Rajib Banerjee" userId="5de64eb3-e356-49d9-89ab-9412d4751058" providerId="ADAL" clId="{02F613CB-1C72-45BB-BE95-FC24AFFC5BE2}" dt="2025-01-13T03:18:01.973" v="1"/>
        <pc:sldMkLst>
          <pc:docMk/>
          <pc:sldMk cId="0" sldId="282"/>
        </pc:sldMkLst>
      </pc:sldChg>
      <pc:sldChg chg="add">
        <pc:chgData name="Rajib Banerjee" userId="5de64eb3-e356-49d9-89ab-9412d4751058" providerId="ADAL" clId="{02F613CB-1C72-45BB-BE95-FC24AFFC5BE2}" dt="2025-01-13T03:18:01.973" v="1"/>
        <pc:sldMkLst>
          <pc:docMk/>
          <pc:sldMk cId="0" sldId="284"/>
        </pc:sldMkLst>
      </pc:sldChg>
      <pc:sldChg chg="add">
        <pc:chgData name="Rajib Banerjee" userId="5de64eb3-e356-49d9-89ab-9412d4751058" providerId="ADAL" clId="{02F613CB-1C72-45BB-BE95-FC24AFFC5BE2}" dt="2025-01-13T03:18:01.973" v="1"/>
        <pc:sldMkLst>
          <pc:docMk/>
          <pc:sldMk cId="0" sldId="285"/>
        </pc:sldMkLst>
      </pc:sldChg>
      <pc:sldChg chg="add">
        <pc:chgData name="Rajib Banerjee" userId="5de64eb3-e356-49d9-89ab-9412d4751058" providerId="ADAL" clId="{02F613CB-1C72-45BB-BE95-FC24AFFC5BE2}" dt="2025-01-13T03:18:01.973" v="1"/>
        <pc:sldMkLst>
          <pc:docMk/>
          <pc:sldMk cId="0" sldId="286"/>
        </pc:sldMkLst>
      </pc:sldChg>
      <pc:sldChg chg="add">
        <pc:chgData name="Rajib Banerjee" userId="5de64eb3-e356-49d9-89ab-9412d4751058" providerId="ADAL" clId="{02F613CB-1C72-45BB-BE95-FC24AFFC5BE2}" dt="2025-01-13T03:18:01.973" v="1"/>
        <pc:sldMkLst>
          <pc:docMk/>
          <pc:sldMk cId="0" sldId="287"/>
        </pc:sldMkLst>
      </pc:sldChg>
      <pc:sldChg chg="add">
        <pc:chgData name="Rajib Banerjee" userId="5de64eb3-e356-49d9-89ab-9412d4751058" providerId="ADAL" clId="{02F613CB-1C72-45BB-BE95-FC24AFFC5BE2}" dt="2025-01-13T03:18:01.973" v="1"/>
        <pc:sldMkLst>
          <pc:docMk/>
          <pc:sldMk cId="0" sldId="288"/>
        </pc:sldMkLst>
      </pc:sldChg>
      <pc:sldChg chg="add">
        <pc:chgData name="Rajib Banerjee" userId="5de64eb3-e356-49d9-89ab-9412d4751058" providerId="ADAL" clId="{02F613CB-1C72-45BB-BE95-FC24AFFC5BE2}" dt="2025-01-13T03:18:01.973" v="1"/>
        <pc:sldMkLst>
          <pc:docMk/>
          <pc:sldMk cId="0" sldId="289"/>
        </pc:sldMkLst>
      </pc:sldChg>
      <pc:sldChg chg="modSp add mod">
        <pc:chgData name="Rajib Banerjee" userId="5de64eb3-e356-49d9-89ab-9412d4751058" providerId="ADAL" clId="{02F613CB-1C72-45BB-BE95-FC24AFFC5BE2}" dt="2025-01-13T03:18:02.069" v="6" actId="27636"/>
        <pc:sldMkLst>
          <pc:docMk/>
          <pc:sldMk cId="0" sldId="290"/>
        </pc:sldMkLst>
        <pc:spChg chg="mod">
          <ac:chgData name="Rajib Banerjee" userId="5de64eb3-e356-49d9-89ab-9412d4751058" providerId="ADAL" clId="{02F613CB-1C72-45BB-BE95-FC24AFFC5BE2}" dt="2025-01-13T03:18:02.069" v="6" actId="27636"/>
          <ac:spMkLst>
            <pc:docMk/>
            <pc:sldMk cId="0" sldId="290"/>
            <ac:spMk id="15363" creationId="{459C7C30-2062-766F-BA82-54833A2204B0}"/>
          </ac:spMkLst>
        </pc:spChg>
      </pc:sldChg>
      <pc:sldChg chg="modSp add mod">
        <pc:chgData name="Rajib Banerjee" userId="5de64eb3-e356-49d9-89ab-9412d4751058" providerId="ADAL" clId="{02F613CB-1C72-45BB-BE95-FC24AFFC5BE2}" dt="2025-01-13T03:18:02.074" v="7" actId="27636"/>
        <pc:sldMkLst>
          <pc:docMk/>
          <pc:sldMk cId="0" sldId="291"/>
        </pc:sldMkLst>
        <pc:spChg chg="mod">
          <ac:chgData name="Rajib Banerjee" userId="5de64eb3-e356-49d9-89ab-9412d4751058" providerId="ADAL" clId="{02F613CB-1C72-45BB-BE95-FC24AFFC5BE2}" dt="2025-01-13T03:18:02.074" v="7" actId="27636"/>
          <ac:spMkLst>
            <pc:docMk/>
            <pc:sldMk cId="0" sldId="291"/>
            <ac:spMk id="20483" creationId="{5AD6AAE5-DEB7-A78F-3A59-4A4C27CC463E}"/>
          </ac:spMkLst>
        </pc:spChg>
      </pc:sldChg>
      <pc:sldChg chg="modSp add mod">
        <pc:chgData name="Rajib Banerjee" userId="5de64eb3-e356-49d9-89ab-9412d4751058" providerId="ADAL" clId="{02F613CB-1C72-45BB-BE95-FC24AFFC5BE2}" dt="2025-01-13T03:18:02.102" v="12" actId="27636"/>
        <pc:sldMkLst>
          <pc:docMk/>
          <pc:sldMk cId="0" sldId="292"/>
        </pc:sldMkLst>
        <pc:spChg chg="mod">
          <ac:chgData name="Rajib Banerjee" userId="5de64eb3-e356-49d9-89ab-9412d4751058" providerId="ADAL" clId="{02F613CB-1C72-45BB-BE95-FC24AFFC5BE2}" dt="2025-01-13T03:18:02.096" v="11" actId="27636"/>
          <ac:spMkLst>
            <pc:docMk/>
            <pc:sldMk cId="0" sldId="292"/>
            <ac:spMk id="4" creationId="{AC24A539-07EC-11DF-0842-22CA12F4D607}"/>
          </ac:spMkLst>
        </pc:spChg>
        <pc:spChg chg="mod">
          <ac:chgData name="Rajib Banerjee" userId="5de64eb3-e356-49d9-89ab-9412d4751058" providerId="ADAL" clId="{02F613CB-1C72-45BB-BE95-FC24AFFC5BE2}" dt="2025-01-13T03:18:02.102" v="12" actId="27636"/>
          <ac:spMkLst>
            <pc:docMk/>
            <pc:sldMk cId="0" sldId="292"/>
            <ac:spMk id="30723" creationId="{F26AAE6B-A638-782C-9E2E-8B29B19CC8D5}"/>
          </ac:spMkLst>
        </pc:spChg>
      </pc:sldChg>
      <pc:sldChg chg="modSp add mod">
        <pc:chgData name="Rajib Banerjee" userId="5de64eb3-e356-49d9-89ab-9412d4751058" providerId="ADAL" clId="{02F613CB-1C72-45BB-BE95-FC24AFFC5BE2}" dt="2025-01-13T03:18:02.110" v="14" actId="27636"/>
        <pc:sldMkLst>
          <pc:docMk/>
          <pc:sldMk cId="0" sldId="293"/>
        </pc:sldMkLst>
        <pc:spChg chg="mod">
          <ac:chgData name="Rajib Banerjee" userId="5de64eb3-e356-49d9-89ab-9412d4751058" providerId="ADAL" clId="{02F613CB-1C72-45BB-BE95-FC24AFFC5BE2}" dt="2025-01-13T03:18:02.106" v="13" actId="27636"/>
          <ac:spMkLst>
            <pc:docMk/>
            <pc:sldMk cId="0" sldId="293"/>
            <ac:spMk id="2" creationId="{4C06210E-6DB3-7BD5-B1EE-7DF8F5AF7DD8}"/>
          </ac:spMkLst>
        </pc:spChg>
        <pc:spChg chg="mod">
          <ac:chgData name="Rajib Banerjee" userId="5de64eb3-e356-49d9-89ab-9412d4751058" providerId="ADAL" clId="{02F613CB-1C72-45BB-BE95-FC24AFFC5BE2}" dt="2025-01-13T03:18:02.110" v="14" actId="27636"/>
          <ac:spMkLst>
            <pc:docMk/>
            <pc:sldMk cId="0" sldId="293"/>
            <ac:spMk id="35844" creationId="{D8BF9EE7-BC07-A55E-F6F1-40A1F92B194D}"/>
          </ac:spMkLst>
        </pc:spChg>
      </pc:sldChg>
      <pc:sldChg chg="modSp add mod">
        <pc:chgData name="Rajib Banerjee" userId="5de64eb3-e356-49d9-89ab-9412d4751058" providerId="ADAL" clId="{02F613CB-1C72-45BB-BE95-FC24AFFC5BE2}" dt="2025-01-13T03:18:02.112" v="15" actId="27636"/>
        <pc:sldMkLst>
          <pc:docMk/>
          <pc:sldMk cId="0" sldId="294"/>
        </pc:sldMkLst>
        <pc:spChg chg="mod">
          <ac:chgData name="Rajib Banerjee" userId="5de64eb3-e356-49d9-89ab-9412d4751058" providerId="ADAL" clId="{02F613CB-1C72-45BB-BE95-FC24AFFC5BE2}" dt="2025-01-13T03:18:02.112" v="15" actId="27636"/>
          <ac:spMkLst>
            <pc:docMk/>
            <pc:sldMk cId="0" sldId="294"/>
            <ac:spMk id="2" creationId="{69AA4ADA-C82A-E481-917E-CADBCB7763E6}"/>
          </ac:spMkLst>
        </pc:spChg>
      </pc:sldChg>
      <pc:sldChg chg="modSp add mod">
        <pc:chgData name="Rajib Banerjee" userId="5de64eb3-e356-49d9-89ab-9412d4751058" providerId="ADAL" clId="{02F613CB-1C72-45BB-BE95-FC24AFFC5BE2}" dt="2025-01-13T03:18:02.189" v="27" actId="27636"/>
        <pc:sldMkLst>
          <pc:docMk/>
          <pc:sldMk cId="0" sldId="295"/>
        </pc:sldMkLst>
        <pc:spChg chg="mod">
          <ac:chgData name="Rajib Banerjee" userId="5de64eb3-e356-49d9-89ab-9412d4751058" providerId="ADAL" clId="{02F613CB-1C72-45BB-BE95-FC24AFFC5BE2}" dt="2025-01-13T03:18:02.189" v="27" actId="27636"/>
          <ac:spMkLst>
            <pc:docMk/>
            <pc:sldMk cId="0" sldId="295"/>
            <ac:spMk id="53251" creationId="{DCB6CDD6-5B12-89FB-BD32-3A099B42E036}"/>
          </ac:spMkLst>
        </pc:spChg>
      </pc:sldChg>
      <pc:sldChg chg="modSp add mod">
        <pc:chgData name="Rajib Banerjee" userId="5de64eb3-e356-49d9-89ab-9412d4751058" providerId="ADAL" clId="{02F613CB-1C72-45BB-BE95-FC24AFFC5BE2}" dt="2025-01-13T03:18:02.197" v="28" actId="27636"/>
        <pc:sldMkLst>
          <pc:docMk/>
          <pc:sldMk cId="0" sldId="296"/>
        </pc:sldMkLst>
        <pc:spChg chg="mod">
          <ac:chgData name="Rajib Banerjee" userId="5de64eb3-e356-49d9-89ab-9412d4751058" providerId="ADAL" clId="{02F613CB-1C72-45BB-BE95-FC24AFFC5BE2}" dt="2025-01-13T03:18:02.197" v="28" actId="27636"/>
          <ac:spMkLst>
            <pc:docMk/>
            <pc:sldMk cId="0" sldId="296"/>
            <ac:spMk id="60419" creationId="{AB0AC6C6-FD8F-2303-A315-2846893F4896}"/>
          </ac:spMkLst>
        </pc:spChg>
      </pc:sldChg>
      <pc:sldChg chg="modSp add mod">
        <pc:chgData name="Rajib Banerjee" userId="5de64eb3-e356-49d9-89ab-9412d4751058" providerId="ADAL" clId="{02F613CB-1C72-45BB-BE95-FC24AFFC5BE2}" dt="2025-01-13T03:18:02.203" v="29" actId="27636"/>
        <pc:sldMkLst>
          <pc:docMk/>
          <pc:sldMk cId="0" sldId="297"/>
        </pc:sldMkLst>
        <pc:spChg chg="mod">
          <ac:chgData name="Rajib Banerjee" userId="5de64eb3-e356-49d9-89ab-9412d4751058" providerId="ADAL" clId="{02F613CB-1C72-45BB-BE95-FC24AFFC5BE2}" dt="2025-01-13T03:18:02.203" v="29" actId="27636"/>
          <ac:spMkLst>
            <pc:docMk/>
            <pc:sldMk cId="0" sldId="297"/>
            <ac:spMk id="57347" creationId="{F50BA32F-8FB8-BFD1-4528-64DB37856DF1}"/>
          </ac:spMkLst>
        </pc:spChg>
      </pc:sldChg>
      <pc:sldChg chg="modSp add mod">
        <pc:chgData name="Rajib Banerjee" userId="5de64eb3-e356-49d9-89ab-9412d4751058" providerId="ADAL" clId="{02F613CB-1C72-45BB-BE95-FC24AFFC5BE2}" dt="2025-01-13T03:18:02.212" v="30" actId="27636"/>
        <pc:sldMkLst>
          <pc:docMk/>
          <pc:sldMk cId="0" sldId="298"/>
        </pc:sldMkLst>
        <pc:spChg chg="mod">
          <ac:chgData name="Rajib Banerjee" userId="5de64eb3-e356-49d9-89ab-9412d4751058" providerId="ADAL" clId="{02F613CB-1C72-45BB-BE95-FC24AFFC5BE2}" dt="2025-01-13T03:18:02.212" v="30" actId="27636"/>
          <ac:spMkLst>
            <pc:docMk/>
            <pc:sldMk cId="0" sldId="298"/>
            <ac:spMk id="62467" creationId="{260FA067-BC32-4228-B20D-0B95352047ED}"/>
          </ac:spMkLst>
        </pc:spChg>
      </pc:sldChg>
      <pc:sldChg chg="modSp add mod">
        <pc:chgData name="Rajib Banerjee" userId="5de64eb3-e356-49d9-89ab-9412d4751058" providerId="ADAL" clId="{02F613CB-1C72-45BB-BE95-FC24AFFC5BE2}" dt="2025-01-13T03:18:02.223" v="31" actId="27636"/>
        <pc:sldMkLst>
          <pc:docMk/>
          <pc:sldMk cId="0" sldId="299"/>
        </pc:sldMkLst>
        <pc:spChg chg="mod">
          <ac:chgData name="Rajib Banerjee" userId="5de64eb3-e356-49d9-89ab-9412d4751058" providerId="ADAL" clId="{02F613CB-1C72-45BB-BE95-FC24AFFC5BE2}" dt="2025-01-13T03:18:02.223" v="31" actId="27636"/>
          <ac:spMkLst>
            <pc:docMk/>
            <pc:sldMk cId="0" sldId="299"/>
            <ac:spMk id="63491" creationId="{516BBFBD-56C9-2045-B4AC-A89F0572B66C}"/>
          </ac:spMkLst>
        </pc:spChg>
      </pc:sldChg>
      <pc:sldChg chg="add">
        <pc:chgData name="Rajib Banerjee" userId="5de64eb3-e356-49d9-89ab-9412d4751058" providerId="ADAL" clId="{02F613CB-1C72-45BB-BE95-FC24AFFC5BE2}" dt="2025-01-13T03:18:01.973" v="1"/>
        <pc:sldMkLst>
          <pc:docMk/>
          <pc:sldMk cId="0" sldId="300"/>
        </pc:sldMkLst>
      </pc:sldChg>
      <pc:sldChg chg="add">
        <pc:chgData name="Rajib Banerjee" userId="5de64eb3-e356-49d9-89ab-9412d4751058" providerId="ADAL" clId="{02F613CB-1C72-45BB-BE95-FC24AFFC5BE2}" dt="2025-01-13T03:18:01.973" v="1"/>
        <pc:sldMkLst>
          <pc:docMk/>
          <pc:sldMk cId="0" sldId="301"/>
        </pc:sldMkLst>
      </pc:sldChg>
      <pc:sldChg chg="add">
        <pc:chgData name="Rajib Banerjee" userId="5de64eb3-e356-49d9-89ab-9412d4751058" providerId="ADAL" clId="{02F613CB-1C72-45BB-BE95-FC24AFFC5BE2}" dt="2025-01-13T03:18:01.973" v="1"/>
        <pc:sldMkLst>
          <pc:docMk/>
          <pc:sldMk cId="0" sldId="302"/>
        </pc:sldMkLst>
      </pc:sldChg>
      <pc:sldChg chg="add">
        <pc:chgData name="Rajib Banerjee" userId="5de64eb3-e356-49d9-89ab-9412d4751058" providerId="ADAL" clId="{02F613CB-1C72-45BB-BE95-FC24AFFC5BE2}" dt="2025-01-13T03:18:01.973" v="1"/>
        <pc:sldMkLst>
          <pc:docMk/>
          <pc:sldMk cId="0" sldId="303"/>
        </pc:sldMkLst>
      </pc:sldChg>
      <pc:sldChg chg="modSp add mod">
        <pc:chgData name="Rajib Banerjee" userId="5de64eb3-e356-49d9-89ab-9412d4751058" providerId="ADAL" clId="{02F613CB-1C72-45BB-BE95-FC24AFFC5BE2}" dt="2025-01-13T03:18:02.086" v="9" actId="27636"/>
        <pc:sldMkLst>
          <pc:docMk/>
          <pc:sldMk cId="0" sldId="304"/>
        </pc:sldMkLst>
        <pc:spChg chg="mod">
          <ac:chgData name="Rajib Banerjee" userId="5de64eb3-e356-49d9-89ab-9412d4751058" providerId="ADAL" clId="{02F613CB-1C72-45BB-BE95-FC24AFFC5BE2}" dt="2025-01-13T03:18:02.086" v="9" actId="27636"/>
          <ac:spMkLst>
            <pc:docMk/>
            <pc:sldMk cId="0" sldId="304"/>
            <ac:spMk id="31747" creationId="{341886DE-B369-4596-E516-7E591250C3AD}"/>
          </ac:spMkLst>
        </pc:spChg>
      </pc:sldChg>
      <pc:sldChg chg="new del">
        <pc:chgData name="Rajib Banerjee" userId="5de64eb3-e356-49d9-89ab-9412d4751058" providerId="ADAL" clId="{02F613CB-1C72-45BB-BE95-FC24AFFC5BE2}" dt="2025-01-13T03:18:09.809" v="32" actId="47"/>
        <pc:sldMkLst>
          <pc:docMk/>
          <pc:sldMk cId="300205092" sldId="46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D19164-F34D-4FAC-9ED8-B06F00427168}" type="datetimeFigureOut">
              <a:rPr lang="en-US" smtClean="0"/>
              <a:t>1/13/2025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D604D3-3749-49B7-82AE-76BF57A15FAC}" type="slidenum">
              <a:rPr lang="en-US" smtClean="0"/>
              <a:t>‹#›</a:t>
            </a:fld>
            <a:endParaRPr lang="en-US"/>
          </a:p>
        </p:txBody>
      </p:sp>
    </p:spTree>
    <p:extLst>
      <p:ext uri="{BB962C8B-B14F-4D97-AF65-F5344CB8AC3E}">
        <p14:creationId xmlns:p14="http://schemas.microsoft.com/office/powerpoint/2010/main" val="3888802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webopedia.com/TERM/C/computer.html" TargetMode="External"/><Relationship Id="rId7" Type="http://schemas.openxmlformats.org/officeDocument/2006/relationships/hyperlink" Target="http://www.webopedia.com/TERM/O/object.html"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www.webopedia.com/TERM/O/operator.html" TargetMode="External"/><Relationship Id="rId5" Type="http://schemas.openxmlformats.org/officeDocument/2006/relationships/hyperlink" Target="http://www.webopedia.com/TERM/E/expression.html" TargetMode="External"/><Relationship Id="rId4" Type="http://schemas.openxmlformats.org/officeDocument/2006/relationships/hyperlink" Target="http://www.webopedia.com/TERM/L/language.html"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webopedia.com/TERM/C/computer.html" TargetMode="External"/><Relationship Id="rId7" Type="http://schemas.openxmlformats.org/officeDocument/2006/relationships/hyperlink" Target="http://www.webopedia.com/TERM/O/object.html"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www.webopedia.com/TERM/O/operator.html" TargetMode="External"/><Relationship Id="rId5" Type="http://schemas.openxmlformats.org/officeDocument/2006/relationships/hyperlink" Target="http://www.webopedia.com/TERM/E/expression.html" TargetMode="External"/><Relationship Id="rId4" Type="http://schemas.openxmlformats.org/officeDocument/2006/relationships/hyperlink" Target="http://www.webopedia.com/TERM/L/language.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D3632DA9-E652-DC2E-E9CF-55D97E626C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A6D000E6-7FF5-6875-000D-D00C1BAFED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In all </a:t>
            </a:r>
            <a:r>
              <a:rPr lang="en-US" altLang="en-US">
                <a:hlinkClick r:id="rId3"/>
              </a:rPr>
              <a:t>computer</a:t>
            </a:r>
            <a:r>
              <a:rPr lang="en-US" altLang="en-US"/>
              <a:t> </a:t>
            </a:r>
            <a:r>
              <a:rPr lang="en-US" altLang="en-US">
                <a:hlinkClick r:id="rId4"/>
              </a:rPr>
              <a:t>languages</a:t>
            </a:r>
            <a:r>
              <a:rPr lang="en-US" altLang="en-US"/>
              <a:t>, </a:t>
            </a:r>
            <a:r>
              <a:rPr lang="en-US" altLang="en-US">
                <a:hlinkClick r:id="rId5"/>
              </a:rPr>
              <a:t>expressions</a:t>
            </a:r>
            <a:r>
              <a:rPr lang="en-US" altLang="en-US"/>
              <a:t> consist of two types of components: </a:t>
            </a:r>
            <a:r>
              <a:rPr lang="en-US" altLang="en-US" i="1"/>
              <a:t>operands</a:t>
            </a:r>
            <a:r>
              <a:rPr lang="en-US" altLang="en-US"/>
              <a:t> and </a:t>
            </a:r>
            <a:r>
              <a:rPr lang="en-US" altLang="en-US" i="1">
                <a:hlinkClick r:id="rId6"/>
              </a:rPr>
              <a:t>operators</a:t>
            </a:r>
            <a:r>
              <a:rPr lang="en-US" altLang="en-US"/>
              <a:t>. Operands are the </a:t>
            </a:r>
            <a:r>
              <a:rPr lang="en-US" altLang="en-US">
                <a:hlinkClick r:id="rId7"/>
              </a:rPr>
              <a:t>objects</a:t>
            </a:r>
            <a:r>
              <a:rPr lang="en-US" altLang="en-US"/>
              <a:t> that are manipulated and </a:t>
            </a:r>
            <a:r>
              <a:rPr lang="en-US" altLang="en-US">
                <a:hlinkClick r:id="rId6"/>
              </a:rPr>
              <a:t>operators </a:t>
            </a:r>
            <a:r>
              <a:rPr lang="en-US" altLang="en-US"/>
              <a:t>are the symbols that represent specific actions. For example, in the expression</a:t>
            </a:r>
          </a:p>
          <a:p>
            <a:pPr eaLnBrk="1" hangingPunct="1">
              <a:spcBef>
                <a:spcPct val="0"/>
              </a:spcBef>
            </a:pPr>
            <a:r>
              <a:rPr lang="en-US" altLang="en-US"/>
              <a:t>5 + </a:t>
            </a:r>
            <a:r>
              <a:rPr lang="en-US" altLang="en-US" i="1"/>
              <a:t>x</a:t>
            </a:r>
            <a:endParaRPr lang="en-US" altLang="en-US"/>
          </a:p>
          <a:p>
            <a:pPr eaLnBrk="1" hangingPunct="1">
              <a:spcBef>
                <a:spcPct val="0"/>
              </a:spcBef>
            </a:pPr>
            <a:r>
              <a:rPr lang="en-US" altLang="en-US" i="1"/>
              <a:t>X </a:t>
            </a:r>
            <a:r>
              <a:rPr lang="en-US" altLang="en-US"/>
              <a:t>and 5 are operands and + is an operator. All expressions have at least one operand.</a:t>
            </a:r>
          </a:p>
          <a:p>
            <a:pPr eaLnBrk="1" hangingPunct="1">
              <a:spcBef>
                <a:spcPct val="0"/>
              </a:spcBef>
            </a:pPr>
            <a:endParaRPr lang="en-US" altLang="en-US"/>
          </a:p>
        </p:txBody>
      </p:sp>
      <p:sp>
        <p:nvSpPr>
          <p:cNvPr id="24580" name="Slide Number Placeholder 3">
            <a:extLst>
              <a:ext uri="{FF2B5EF4-FFF2-40B4-BE49-F238E27FC236}">
                <a16:creationId xmlns:a16="http://schemas.microsoft.com/office/drawing/2014/main" id="{82B6406D-2AD5-84A1-778F-8C465E4A4C0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A10DCF70-1686-430D-A83A-C5897AA10BE7}" type="slidenum">
              <a:rPr lang="en-US" altLang="en-US" smtClean="0">
                <a:latin typeface="Arial" panose="020B0604020202020204" pitchFamily="34" charset="0"/>
              </a:rPr>
              <a:pPr fontAlgn="base">
                <a:spcBef>
                  <a:spcPct val="0"/>
                </a:spcBef>
                <a:spcAft>
                  <a:spcPct val="0"/>
                </a:spcAft>
              </a:pPr>
              <a:t>12</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404E12B-7C02-B054-4D7D-250C89A0C4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70E667A3-D70F-EF9F-B9C8-E52C9A8A7D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In all </a:t>
            </a:r>
            <a:r>
              <a:rPr lang="en-US" altLang="en-US">
                <a:hlinkClick r:id="rId3"/>
              </a:rPr>
              <a:t>computer</a:t>
            </a:r>
            <a:r>
              <a:rPr lang="en-US" altLang="en-US"/>
              <a:t> </a:t>
            </a:r>
            <a:r>
              <a:rPr lang="en-US" altLang="en-US">
                <a:hlinkClick r:id="rId4"/>
              </a:rPr>
              <a:t>languages</a:t>
            </a:r>
            <a:r>
              <a:rPr lang="en-US" altLang="en-US"/>
              <a:t>, </a:t>
            </a:r>
            <a:r>
              <a:rPr lang="en-US" altLang="en-US">
                <a:hlinkClick r:id="rId5"/>
              </a:rPr>
              <a:t>expressions</a:t>
            </a:r>
            <a:r>
              <a:rPr lang="en-US" altLang="en-US"/>
              <a:t> consist of two types of components: </a:t>
            </a:r>
            <a:r>
              <a:rPr lang="en-US" altLang="en-US" i="1"/>
              <a:t>operands</a:t>
            </a:r>
            <a:r>
              <a:rPr lang="en-US" altLang="en-US"/>
              <a:t> and </a:t>
            </a:r>
            <a:r>
              <a:rPr lang="en-US" altLang="en-US" i="1">
                <a:hlinkClick r:id="rId6"/>
              </a:rPr>
              <a:t>operators</a:t>
            </a:r>
            <a:r>
              <a:rPr lang="en-US" altLang="en-US"/>
              <a:t>. Operands are the </a:t>
            </a:r>
            <a:r>
              <a:rPr lang="en-US" altLang="en-US">
                <a:hlinkClick r:id="rId7"/>
              </a:rPr>
              <a:t>objects</a:t>
            </a:r>
            <a:r>
              <a:rPr lang="en-US" altLang="en-US"/>
              <a:t> that are manipulated and </a:t>
            </a:r>
            <a:r>
              <a:rPr lang="en-US" altLang="en-US">
                <a:hlinkClick r:id="rId6"/>
              </a:rPr>
              <a:t>operators </a:t>
            </a:r>
            <a:r>
              <a:rPr lang="en-US" altLang="en-US"/>
              <a:t>are the symbols that represent specific actions. For example, in the expression</a:t>
            </a:r>
          </a:p>
          <a:p>
            <a:pPr eaLnBrk="1" hangingPunct="1">
              <a:spcBef>
                <a:spcPct val="0"/>
              </a:spcBef>
            </a:pPr>
            <a:r>
              <a:rPr lang="en-US" altLang="en-US"/>
              <a:t>5 + </a:t>
            </a:r>
            <a:r>
              <a:rPr lang="en-US" altLang="en-US" i="1"/>
              <a:t>x</a:t>
            </a:r>
            <a:endParaRPr lang="en-US" altLang="en-US"/>
          </a:p>
          <a:p>
            <a:pPr eaLnBrk="1" hangingPunct="1">
              <a:spcBef>
                <a:spcPct val="0"/>
              </a:spcBef>
            </a:pPr>
            <a:r>
              <a:rPr lang="en-US" altLang="en-US" i="1"/>
              <a:t>X </a:t>
            </a:r>
            <a:r>
              <a:rPr lang="en-US" altLang="en-US"/>
              <a:t>and 5 are operands and + is an operator. All expressions have at least one operand.</a:t>
            </a:r>
          </a:p>
          <a:p>
            <a:pPr eaLnBrk="1" hangingPunct="1"/>
            <a:endParaRPr lang="en-US" altLang="en-US"/>
          </a:p>
        </p:txBody>
      </p:sp>
      <p:sp>
        <p:nvSpPr>
          <p:cNvPr id="26628" name="Slide Number Placeholder 3">
            <a:extLst>
              <a:ext uri="{FF2B5EF4-FFF2-40B4-BE49-F238E27FC236}">
                <a16:creationId xmlns:a16="http://schemas.microsoft.com/office/drawing/2014/main" id="{139A2CB2-7464-BB18-71CD-0A1726BD58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BB07398E-633C-4E51-B430-A61375DED56D}" type="slidenum">
              <a:rPr lang="en-US" altLang="en-US" smtClean="0">
                <a:latin typeface="Arial" panose="020B0604020202020204" pitchFamily="34" charset="0"/>
              </a:rPr>
              <a:pPr fontAlgn="base">
                <a:spcBef>
                  <a:spcPct val="0"/>
                </a:spcBef>
                <a:spcAft>
                  <a:spcPct val="0"/>
                </a:spcAft>
              </a:pPr>
              <a:t>13</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CD2AC9B7-C8D0-253F-4948-6698FAEF01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0F7A488D-1747-5A71-95A6-442B983A42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IAC= INSTRUCTION Address Counter, MAR= Memory Address Register, OPCODE= Operation Code</a:t>
            </a:r>
          </a:p>
        </p:txBody>
      </p:sp>
      <p:sp>
        <p:nvSpPr>
          <p:cNvPr id="28676" name="Slide Number Placeholder 3">
            <a:extLst>
              <a:ext uri="{FF2B5EF4-FFF2-40B4-BE49-F238E27FC236}">
                <a16:creationId xmlns:a16="http://schemas.microsoft.com/office/drawing/2014/main" id="{9C511DE0-9FE1-5D27-E024-1D75457483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99A1B2FE-1CEF-4801-96F9-B2857E988AD4}" type="slidenum">
              <a:rPr lang="en-US" altLang="en-US" smtClean="0">
                <a:latin typeface="Arial" panose="020B0604020202020204" pitchFamily="34" charset="0"/>
              </a:rPr>
              <a:pPr fontAlgn="base">
                <a:spcBef>
                  <a:spcPct val="0"/>
                </a:spcBef>
                <a:spcAft>
                  <a:spcPct val="0"/>
                </a:spcAft>
              </a:pPr>
              <a:t>14</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6F64254-A68E-B847-8E16-2A5186630A3C}" type="datetime1">
              <a:rPr lang="en-IN" smtClean="0"/>
              <a:t>13-01-2025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9D4833-7F21-4FAC-B550-3477125D4C9F}" type="slidenum">
              <a:rPr lang="en-US" smtClean="0"/>
              <a:t>‹#›</a:t>
            </a:fld>
            <a:endParaRPr lang="en-US"/>
          </a:p>
        </p:txBody>
      </p:sp>
    </p:spTree>
    <p:extLst>
      <p:ext uri="{BB962C8B-B14F-4D97-AF65-F5344CB8AC3E}">
        <p14:creationId xmlns:p14="http://schemas.microsoft.com/office/powerpoint/2010/main" val="412090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19203" y="2664000"/>
            <a:ext cx="902811" cy="237757"/>
          </a:xfrm>
          <a:prstGeom prst="rect">
            <a:avLst/>
          </a:prstGeom>
          <a:noFill/>
        </p:spPr>
        <p:txBody>
          <a:bodyPr wrap="none" rtlCol="0">
            <a:spAutoFit/>
          </a:bodyPr>
          <a:lstStyle/>
          <a:p>
            <a:pPr algn="ctr" defTabSz="800100">
              <a:lnSpc>
                <a:spcPct val="90000"/>
              </a:lnSpc>
              <a:spcBef>
                <a:spcPct val="0"/>
              </a:spcBef>
              <a:spcAft>
                <a:spcPct val="35000"/>
              </a:spcAft>
            </a:pPr>
            <a:r>
              <a:rPr lang="en-US" sz="1050" dirty="0">
                <a:solidFill>
                  <a:prstClr val="white"/>
                </a:solidFill>
                <a:latin typeface="Montserrat"/>
                <a:ea typeface="Verdana"/>
              </a:rPr>
              <a:t>Welcomes</a:t>
            </a:r>
          </a:p>
        </p:txBody>
      </p:sp>
      <p:sp>
        <p:nvSpPr>
          <p:cNvPr id="2" name="Slide Number Placeholder 1">
            <a:extLst>
              <a:ext uri="{FF2B5EF4-FFF2-40B4-BE49-F238E27FC236}">
                <a16:creationId xmlns:a16="http://schemas.microsoft.com/office/drawing/2014/main" id="{1A334EE0-87E7-A945-A0B5-2C962B596FAB}"/>
              </a:ext>
            </a:extLst>
          </p:cNvPr>
          <p:cNvSpPr>
            <a:spLocks noGrp="1"/>
          </p:cNvSpPr>
          <p:nvPr>
            <p:ph type="sldNum" sz="quarter" idx="12"/>
          </p:nvPr>
        </p:nvSpPr>
        <p:spPr/>
        <p:txBody>
          <a:bodyPr/>
          <a:lstStyle/>
          <a:p>
            <a:fld id="{D09D4833-7F21-4FAC-B550-3477125D4C9F}" type="slidenum">
              <a:rPr lang="en-US" smtClean="0"/>
              <a:t>1</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2838" y="1976010"/>
            <a:ext cx="4564181" cy="1761251"/>
          </a:xfrm>
          <a:prstGeom prst="rect">
            <a:avLst/>
          </a:prstGeom>
        </p:spPr>
      </p:pic>
      <p:pic>
        <p:nvPicPr>
          <p:cNvPr id="7" name="Picture 6">
            <a:extLst>
              <a:ext uri="{FF2B5EF4-FFF2-40B4-BE49-F238E27FC236}">
                <a16:creationId xmlns:a16="http://schemas.microsoft.com/office/drawing/2014/main" id="{AEE45536-39D1-05F5-F0C5-015AAC4580E4}"/>
              </a:ext>
            </a:extLst>
          </p:cNvPr>
          <p:cNvPicPr>
            <a:picLocks noChangeAspect="1"/>
          </p:cNvPicPr>
          <p:nvPr/>
        </p:nvPicPr>
        <p:blipFill>
          <a:blip r:embed="rId3"/>
          <a:stretch>
            <a:fillRect/>
          </a:stretch>
        </p:blipFill>
        <p:spPr>
          <a:xfrm>
            <a:off x="334983" y="857251"/>
            <a:ext cx="657128" cy="1118759"/>
          </a:xfrm>
          <a:prstGeom prst="rect">
            <a:avLst/>
          </a:prstGeom>
        </p:spPr>
      </p:pic>
      <p:pic>
        <p:nvPicPr>
          <p:cNvPr id="3" name="Picture 8" descr="France is again listed in the Top 50 of the Times Higher Education ranking  | Campus France">
            <a:extLst>
              <a:ext uri="{FF2B5EF4-FFF2-40B4-BE49-F238E27FC236}">
                <a16:creationId xmlns:a16="http://schemas.microsoft.com/office/drawing/2014/main" id="{2BC5C2DB-529F-48AC-2061-6B561CF889E7}"/>
              </a:ext>
            </a:extLst>
          </p:cNvPr>
          <p:cNvPicPr>
            <a:picLocks noChangeAspect="1" noChangeArrowheads="1"/>
          </p:cNvPicPr>
          <p:nvPr/>
        </p:nvPicPr>
        <p:blipFill rotWithShape="1">
          <a:blip r:embed="rId4">
            <a:clrChange>
              <a:clrFrom>
                <a:srgbClr val="FFFFFF"/>
              </a:clrFrom>
              <a:clrTo>
                <a:srgbClr val="FFFFFF">
                  <a:alpha val="0"/>
                </a:srgbClr>
              </a:clrTo>
            </a:clrChange>
            <a:alphaModFix amt="98000"/>
            <a:extLst>
              <a:ext uri="{28A0092B-C50C-407E-A947-70E740481C1C}">
                <a14:useLocalDpi xmlns:a14="http://schemas.microsoft.com/office/drawing/2010/main" val="0"/>
              </a:ext>
            </a:extLst>
          </a:blip>
          <a:srcRect t="7741" r="1404" b="16567"/>
          <a:stretch/>
        </p:blipFill>
        <p:spPr bwMode="auto">
          <a:xfrm>
            <a:off x="3217904" y="4446065"/>
            <a:ext cx="2006672" cy="810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01C9DC1-EF43-76DA-8AD5-33E8193FEDDC}"/>
              </a:ext>
            </a:extLst>
          </p:cNvPr>
          <p:cNvSpPr txBox="1"/>
          <p:nvPr/>
        </p:nvSpPr>
        <p:spPr>
          <a:xfrm>
            <a:off x="3430869" y="5337538"/>
            <a:ext cx="1494918" cy="461665"/>
          </a:xfrm>
          <a:prstGeom prst="rect">
            <a:avLst/>
          </a:prstGeom>
          <a:noFill/>
        </p:spPr>
        <p:txBody>
          <a:bodyPr wrap="square" rtlCol="0">
            <a:spAutoFit/>
          </a:bodyPr>
          <a:lstStyle/>
          <a:p>
            <a:pPr algn="ctr" defTabSz="685800">
              <a:defRPr/>
            </a:pPr>
            <a:r>
              <a:rPr lang="en-IN" sz="1200" b="1" dirty="0">
                <a:solidFill>
                  <a:prstClr val="black"/>
                </a:solidFill>
                <a:latin typeface="Calibri" panose="020F0502020204030204"/>
              </a:rPr>
              <a:t>Ranked 501-600 in Rankings 2025</a:t>
            </a:r>
          </a:p>
        </p:txBody>
      </p:sp>
      <p:sp>
        <p:nvSpPr>
          <p:cNvPr id="10" name="TextBox 9">
            <a:extLst>
              <a:ext uri="{FF2B5EF4-FFF2-40B4-BE49-F238E27FC236}">
                <a16:creationId xmlns:a16="http://schemas.microsoft.com/office/drawing/2014/main" id="{40852366-B6D8-51D1-44D6-001C519A4295}"/>
              </a:ext>
            </a:extLst>
          </p:cNvPr>
          <p:cNvSpPr txBox="1"/>
          <p:nvPr/>
        </p:nvSpPr>
        <p:spPr>
          <a:xfrm>
            <a:off x="5243338" y="5310330"/>
            <a:ext cx="1799720" cy="461665"/>
          </a:xfrm>
          <a:prstGeom prst="rect">
            <a:avLst/>
          </a:prstGeom>
          <a:noFill/>
        </p:spPr>
        <p:txBody>
          <a:bodyPr wrap="square" rtlCol="0">
            <a:spAutoFit/>
          </a:bodyPr>
          <a:lstStyle/>
          <a:p>
            <a:pPr algn="ctr" defTabSz="685800">
              <a:defRPr/>
            </a:pPr>
            <a:r>
              <a:rPr lang="en-IN" sz="1200" b="1" dirty="0">
                <a:solidFill>
                  <a:prstClr val="black"/>
                </a:solidFill>
                <a:latin typeface="Calibri" panose="020F0502020204030204"/>
              </a:rPr>
              <a:t>Ranked 801-850 in </a:t>
            </a:r>
          </a:p>
          <a:p>
            <a:pPr algn="ctr" defTabSz="685800">
              <a:defRPr/>
            </a:pPr>
            <a:r>
              <a:rPr lang="en-IN" sz="1200" b="1" dirty="0">
                <a:solidFill>
                  <a:prstClr val="black"/>
                </a:solidFill>
                <a:latin typeface="Calibri" panose="020F0502020204030204"/>
              </a:rPr>
              <a:t>World Rankings 2025</a:t>
            </a:r>
          </a:p>
        </p:txBody>
      </p:sp>
      <p:pic>
        <p:nvPicPr>
          <p:cNvPr id="11" name="Picture 8" descr="QS World University Rankings: QS World University Rankings 2023 Released">
            <a:extLst>
              <a:ext uri="{FF2B5EF4-FFF2-40B4-BE49-F238E27FC236}">
                <a16:creationId xmlns:a16="http://schemas.microsoft.com/office/drawing/2014/main" id="{2A3A6833-44BE-11FD-8330-9C9A1CB786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5726" y="4369897"/>
            <a:ext cx="1903064" cy="97226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National Board of Accreditation - Wikipedia">
            <a:extLst>
              <a:ext uri="{FF2B5EF4-FFF2-40B4-BE49-F238E27FC236}">
                <a16:creationId xmlns:a16="http://schemas.microsoft.com/office/drawing/2014/main" id="{EB6E9D86-45BE-88D9-0B1F-9CD960D6FF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3978" y="4448018"/>
            <a:ext cx="1098450" cy="864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National Assessment and Accreditation Council - Wikipedia">
            <a:extLst>
              <a:ext uri="{FF2B5EF4-FFF2-40B4-BE49-F238E27FC236}">
                <a16:creationId xmlns:a16="http://schemas.microsoft.com/office/drawing/2014/main" id="{1AE73700-8EC3-49EA-7D11-4C4C05C0CA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4223" y="4380749"/>
            <a:ext cx="1134246" cy="10800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270CEC1-586D-D081-9222-5D74E51AC9F6}"/>
              </a:ext>
            </a:extLst>
          </p:cNvPr>
          <p:cNvSpPr txBox="1"/>
          <p:nvPr/>
        </p:nvSpPr>
        <p:spPr>
          <a:xfrm>
            <a:off x="464510" y="5495384"/>
            <a:ext cx="1494918" cy="276999"/>
          </a:xfrm>
          <a:prstGeom prst="rect">
            <a:avLst/>
          </a:prstGeom>
          <a:noFill/>
        </p:spPr>
        <p:txBody>
          <a:bodyPr wrap="square" rtlCol="0">
            <a:spAutoFit/>
          </a:bodyPr>
          <a:lstStyle/>
          <a:p>
            <a:pPr algn="ctr" defTabSz="685800">
              <a:defRPr/>
            </a:pPr>
            <a:r>
              <a:rPr lang="en-IN" sz="1200" b="1" dirty="0">
                <a:solidFill>
                  <a:prstClr val="black"/>
                </a:solidFill>
                <a:latin typeface="Calibri" panose="020F0502020204030204"/>
              </a:rPr>
              <a:t>A Grade</a:t>
            </a:r>
          </a:p>
        </p:txBody>
      </p:sp>
      <p:pic>
        <p:nvPicPr>
          <p:cNvPr id="15" name="Picture 10">
            <a:extLst>
              <a:ext uri="{FF2B5EF4-FFF2-40B4-BE49-F238E27FC236}">
                <a16:creationId xmlns:a16="http://schemas.microsoft.com/office/drawing/2014/main" id="{90F39A57-46DE-C455-3D3B-60AC426B3A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6470" y="4413439"/>
            <a:ext cx="1100138" cy="74295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2F8E1D9-3DB5-EE16-849A-6E7F58DAD715}"/>
              </a:ext>
            </a:extLst>
          </p:cNvPr>
          <p:cNvSpPr txBox="1"/>
          <p:nvPr/>
        </p:nvSpPr>
        <p:spPr>
          <a:xfrm>
            <a:off x="7089525" y="5294986"/>
            <a:ext cx="1799720" cy="461665"/>
          </a:xfrm>
          <a:prstGeom prst="rect">
            <a:avLst/>
          </a:prstGeom>
          <a:noFill/>
        </p:spPr>
        <p:txBody>
          <a:bodyPr wrap="square" rtlCol="0">
            <a:spAutoFit/>
          </a:bodyPr>
          <a:lstStyle/>
          <a:p>
            <a:pPr algn="ctr" defTabSz="685800">
              <a:defRPr/>
            </a:pPr>
            <a:r>
              <a:rPr lang="en-IN" sz="1200" b="1" dirty="0">
                <a:solidFill>
                  <a:prstClr val="black"/>
                </a:solidFill>
                <a:latin typeface="Calibri" panose="020F0502020204030204"/>
              </a:rPr>
              <a:t>Ranked 46</a:t>
            </a:r>
            <a:r>
              <a:rPr lang="en-IN" sz="1200" b="1" baseline="30000" dirty="0">
                <a:solidFill>
                  <a:prstClr val="black"/>
                </a:solidFill>
                <a:latin typeface="Calibri" panose="020F0502020204030204"/>
              </a:rPr>
              <a:t>th</a:t>
            </a:r>
            <a:r>
              <a:rPr lang="en-IN" sz="1200" b="1" dirty="0">
                <a:solidFill>
                  <a:prstClr val="black"/>
                </a:solidFill>
                <a:latin typeface="Calibri" panose="020F0502020204030204"/>
              </a:rPr>
              <a:t> in </a:t>
            </a:r>
          </a:p>
          <a:p>
            <a:pPr algn="ctr" defTabSz="685800">
              <a:defRPr/>
            </a:pPr>
            <a:r>
              <a:rPr lang="en-IN" sz="1200" b="1" dirty="0">
                <a:solidFill>
                  <a:prstClr val="black"/>
                </a:solidFill>
                <a:latin typeface="Calibri" panose="020F0502020204030204"/>
              </a:rPr>
              <a:t>Rankings 2024*</a:t>
            </a:r>
          </a:p>
        </p:txBody>
      </p:sp>
      <p:sp>
        <p:nvSpPr>
          <p:cNvPr id="17" name="TextBox 16">
            <a:extLst>
              <a:ext uri="{FF2B5EF4-FFF2-40B4-BE49-F238E27FC236}">
                <a16:creationId xmlns:a16="http://schemas.microsoft.com/office/drawing/2014/main" id="{FBE943CE-6DBD-084B-0A74-F549227C68D4}"/>
              </a:ext>
            </a:extLst>
          </p:cNvPr>
          <p:cNvSpPr txBox="1"/>
          <p:nvPr/>
        </p:nvSpPr>
        <p:spPr>
          <a:xfrm>
            <a:off x="7717972" y="5703535"/>
            <a:ext cx="1012370" cy="184666"/>
          </a:xfrm>
          <a:prstGeom prst="rect">
            <a:avLst/>
          </a:prstGeom>
          <a:noFill/>
        </p:spPr>
        <p:txBody>
          <a:bodyPr wrap="square" rtlCol="0">
            <a:spAutoFit/>
          </a:bodyPr>
          <a:lstStyle/>
          <a:p>
            <a:pPr defTabSz="685800">
              <a:defRPr/>
            </a:pPr>
            <a:r>
              <a:rPr lang="en-IN" sz="600" dirty="0">
                <a:solidFill>
                  <a:prstClr val="black"/>
                </a:solidFill>
                <a:latin typeface="Calibri" panose="020F0502020204030204"/>
              </a:rPr>
              <a:t>* University Category</a:t>
            </a:r>
          </a:p>
        </p:txBody>
      </p:sp>
      <p:sp>
        <p:nvSpPr>
          <p:cNvPr id="18" name="TextBox 17">
            <a:extLst>
              <a:ext uri="{FF2B5EF4-FFF2-40B4-BE49-F238E27FC236}">
                <a16:creationId xmlns:a16="http://schemas.microsoft.com/office/drawing/2014/main" id="{68B78424-CD24-C678-4C25-36971AF8468D}"/>
              </a:ext>
            </a:extLst>
          </p:cNvPr>
          <p:cNvSpPr txBox="1"/>
          <p:nvPr/>
        </p:nvSpPr>
        <p:spPr>
          <a:xfrm>
            <a:off x="1698337" y="5335425"/>
            <a:ext cx="1799720" cy="461665"/>
          </a:xfrm>
          <a:prstGeom prst="rect">
            <a:avLst/>
          </a:prstGeom>
          <a:noFill/>
        </p:spPr>
        <p:txBody>
          <a:bodyPr wrap="square" rtlCol="0">
            <a:spAutoFit/>
          </a:bodyPr>
          <a:lstStyle/>
          <a:p>
            <a:pPr algn="ctr" defTabSz="685800">
              <a:defRPr/>
            </a:pPr>
            <a:r>
              <a:rPr lang="en-IN" sz="1200" b="1" dirty="0">
                <a:solidFill>
                  <a:prstClr val="black"/>
                </a:solidFill>
                <a:latin typeface="Calibri" panose="020F0502020204030204"/>
              </a:rPr>
              <a:t>12 programmes accredited</a:t>
            </a:r>
          </a:p>
        </p:txBody>
      </p:sp>
    </p:spTree>
    <p:extLst>
      <p:ext uri="{BB962C8B-B14F-4D97-AF65-F5344CB8AC3E}">
        <p14:creationId xmlns:p14="http://schemas.microsoft.com/office/powerpoint/2010/main" val="637686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5461ACB-D997-99DA-0B31-FF306D732ABF}"/>
              </a:ext>
            </a:extLst>
          </p:cNvPr>
          <p:cNvSpPr>
            <a:spLocks noGrp="1"/>
          </p:cNvSpPr>
          <p:nvPr>
            <p:ph type="ctrTitle"/>
          </p:nvPr>
        </p:nvSpPr>
        <p:spPr>
          <a:xfrm>
            <a:off x="2395538" y="801688"/>
            <a:ext cx="5619750" cy="2541587"/>
          </a:xfrm>
        </p:spPr>
        <p:txBody>
          <a:bodyPr>
            <a:normAutofit/>
          </a:bodyPr>
          <a:lstStyle/>
          <a:p>
            <a:pPr eaLnBrk="1" fontAlgn="auto" hangingPunct="1">
              <a:spcAft>
                <a:spcPts val="0"/>
              </a:spcAft>
              <a:defRPr/>
            </a:pPr>
            <a:r>
              <a:rPr lang="en-US" dirty="0"/>
              <a:t>COMPUTER ORGANIZATION AND ARCHITECTURE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ED9CD-4B25-6E2C-1F43-8D0E6804FE96}"/>
              </a:ext>
            </a:extLst>
          </p:cNvPr>
          <p:cNvSpPr>
            <a:spLocks noGrp="1"/>
          </p:cNvSpPr>
          <p:nvPr>
            <p:ph type="title"/>
          </p:nvPr>
        </p:nvSpPr>
        <p:spPr>
          <a:xfrm>
            <a:off x="457200" y="274638"/>
            <a:ext cx="7467600" cy="411162"/>
          </a:xfrm>
        </p:spPr>
        <p:txBody>
          <a:bodyPr>
            <a:normAutofit fontScale="90000"/>
          </a:bodyPr>
          <a:lstStyle/>
          <a:p>
            <a:pPr algn="ctr" eaLnBrk="1" fontAlgn="auto" hangingPunct="1">
              <a:spcAft>
                <a:spcPts val="0"/>
              </a:spcAft>
              <a:defRPr/>
            </a:pPr>
            <a:r>
              <a:rPr lang="en-US" dirty="0"/>
              <a:t>Introduction</a:t>
            </a:r>
          </a:p>
        </p:txBody>
      </p:sp>
      <p:sp>
        <p:nvSpPr>
          <p:cNvPr id="14339" name="Content Placeholder 2">
            <a:extLst>
              <a:ext uri="{FF2B5EF4-FFF2-40B4-BE49-F238E27FC236}">
                <a16:creationId xmlns:a16="http://schemas.microsoft.com/office/drawing/2014/main" id="{7CC439FB-A7B8-7885-63D8-4B36D6C4D6C8}"/>
              </a:ext>
            </a:extLst>
          </p:cNvPr>
          <p:cNvSpPr>
            <a:spLocks noGrp="1" noChangeArrowheads="1"/>
          </p:cNvSpPr>
          <p:nvPr>
            <p:ph idx="1"/>
          </p:nvPr>
        </p:nvSpPr>
        <p:spPr>
          <a:xfrm>
            <a:off x="457200" y="838200"/>
            <a:ext cx="7467600" cy="5635625"/>
          </a:xfrm>
        </p:spPr>
        <p:txBody>
          <a:bodyPr>
            <a:normAutofit fontScale="85000" lnSpcReduction="20000"/>
          </a:bodyPr>
          <a:lstStyle/>
          <a:p>
            <a:pPr eaLnBrk="1" hangingPunct="1"/>
            <a:r>
              <a:rPr lang="en-US" altLang="en-US">
                <a:cs typeface="Times New Roman" panose="02020603050405020304" pitchFamily="18" charset="0"/>
              </a:rPr>
              <a:t>Just as buildings, each computer has a visible  structure, referred to as its architecture.</a:t>
            </a:r>
          </a:p>
          <a:p>
            <a:pPr eaLnBrk="1" hangingPunct="1"/>
            <a:r>
              <a:rPr lang="en-US" altLang="en-US">
                <a:cs typeface="Times New Roman" panose="02020603050405020304" pitchFamily="18" charset="0"/>
              </a:rPr>
              <a:t>In computer science and engineering computer architecture is the practical art of selecting and interconnecting hardware components to create computers that meet functional, performance and cost goals and the formal modeling of those systems.</a:t>
            </a:r>
          </a:p>
          <a:p>
            <a:pPr eaLnBrk="1" hangingPunct="1"/>
            <a:r>
              <a:rPr lang="en-US" altLang="en-US">
                <a:cs typeface="Times New Roman" panose="02020603050405020304" pitchFamily="18" charset="0"/>
              </a:rPr>
              <a:t>The functional blocks in a computer are of four types: </a:t>
            </a:r>
          </a:p>
          <a:p>
            <a:pPr eaLnBrk="1" hangingPunct="1">
              <a:buFont typeface="Wingdings" panose="05000000000000000000" pitchFamily="2" charset="2"/>
              <a:buNone/>
            </a:pPr>
            <a:r>
              <a:rPr lang="en-US" altLang="en-US">
                <a:cs typeface="Times New Roman" panose="02020603050405020304" pitchFamily="18" charset="0"/>
              </a:rPr>
              <a:t>   1. Central Processing Unit</a:t>
            </a:r>
          </a:p>
          <a:p>
            <a:pPr eaLnBrk="1" hangingPunct="1">
              <a:buFont typeface="Wingdings" panose="05000000000000000000" pitchFamily="2" charset="2"/>
              <a:buNone/>
            </a:pPr>
            <a:r>
              <a:rPr lang="en-US" altLang="en-US">
                <a:cs typeface="Times New Roman" panose="02020603050405020304" pitchFamily="18" charset="0"/>
              </a:rPr>
              <a:t>   2. Memory</a:t>
            </a:r>
          </a:p>
          <a:p>
            <a:pPr eaLnBrk="1" hangingPunct="1">
              <a:buFont typeface="Wingdings" panose="05000000000000000000" pitchFamily="2" charset="2"/>
              <a:buNone/>
            </a:pPr>
            <a:r>
              <a:rPr lang="en-US" altLang="en-US">
                <a:cs typeface="Times New Roman" panose="02020603050405020304" pitchFamily="18" charset="0"/>
              </a:rPr>
              <a:t>   3. Input Unit</a:t>
            </a:r>
          </a:p>
          <a:p>
            <a:pPr eaLnBrk="1" hangingPunct="1">
              <a:buFont typeface="Wingdings" panose="05000000000000000000" pitchFamily="2" charset="2"/>
              <a:buNone/>
            </a:pPr>
            <a:r>
              <a:rPr lang="en-US" altLang="en-US">
                <a:cs typeface="Times New Roman" panose="02020603050405020304" pitchFamily="18" charset="0"/>
              </a:rPr>
              <a:t>   4. Output Unit</a:t>
            </a:r>
          </a:p>
          <a:p>
            <a:pPr eaLnBrk="1" hangingPunct="1"/>
            <a:endParaRPr lang="en-US" altLang="en-US">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492C3-DBE6-EF1E-A43D-60EAA148434B}"/>
              </a:ext>
            </a:extLst>
          </p:cNvPr>
          <p:cNvSpPr>
            <a:spLocks noGrp="1"/>
          </p:cNvSpPr>
          <p:nvPr>
            <p:ph type="title"/>
          </p:nvPr>
        </p:nvSpPr>
        <p:spPr/>
        <p:txBody>
          <a:bodyPr>
            <a:normAutofit fontScale="90000"/>
          </a:bodyPr>
          <a:lstStyle/>
          <a:p>
            <a:pPr eaLnBrk="1" fontAlgn="auto" hangingPunct="1">
              <a:spcAft>
                <a:spcPts val="0"/>
              </a:spcAft>
              <a:defRPr/>
            </a:pPr>
            <a:r>
              <a:rPr lang="en-US" dirty="0"/>
              <a:t>Data flow between </a:t>
            </a:r>
            <a:r>
              <a:rPr lang="en-US" dirty="0" err="1"/>
              <a:t>cpu</a:t>
            </a:r>
            <a:r>
              <a:rPr lang="en-US" dirty="0"/>
              <a:t>, memory and i/o devices</a:t>
            </a:r>
          </a:p>
        </p:txBody>
      </p:sp>
      <p:sp>
        <p:nvSpPr>
          <p:cNvPr id="4" name="Rectangle 3">
            <a:extLst>
              <a:ext uri="{FF2B5EF4-FFF2-40B4-BE49-F238E27FC236}">
                <a16:creationId xmlns:a16="http://schemas.microsoft.com/office/drawing/2014/main" id="{AB48E93B-84DD-4C23-10A4-E357170D49C6}"/>
              </a:ext>
            </a:extLst>
          </p:cNvPr>
          <p:cNvSpPr/>
          <p:nvPr/>
        </p:nvSpPr>
        <p:spPr>
          <a:xfrm>
            <a:off x="2362200" y="1676400"/>
            <a:ext cx="3352800" cy="914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err="1"/>
              <a:t>Auxilliary</a:t>
            </a:r>
            <a:r>
              <a:rPr lang="en-US" dirty="0"/>
              <a:t> Storage</a:t>
            </a:r>
          </a:p>
          <a:p>
            <a:pPr algn="ctr" eaLnBrk="1" fontAlgn="auto" hangingPunct="1">
              <a:spcBef>
                <a:spcPts val="0"/>
              </a:spcBef>
              <a:spcAft>
                <a:spcPts val="0"/>
              </a:spcAft>
              <a:defRPr/>
            </a:pPr>
            <a:r>
              <a:rPr lang="en-US" dirty="0"/>
              <a:t>(Backing Storage)</a:t>
            </a:r>
          </a:p>
          <a:p>
            <a:pPr algn="ctr" eaLnBrk="1" fontAlgn="auto" hangingPunct="1">
              <a:spcBef>
                <a:spcPts val="0"/>
              </a:spcBef>
              <a:spcAft>
                <a:spcPts val="0"/>
              </a:spcAft>
              <a:defRPr/>
            </a:pPr>
            <a:r>
              <a:rPr lang="en-US" dirty="0"/>
              <a:t>To Supplement main storage</a:t>
            </a:r>
          </a:p>
        </p:txBody>
      </p:sp>
      <p:sp>
        <p:nvSpPr>
          <p:cNvPr id="5" name="Rectangle 4">
            <a:extLst>
              <a:ext uri="{FF2B5EF4-FFF2-40B4-BE49-F238E27FC236}">
                <a16:creationId xmlns:a16="http://schemas.microsoft.com/office/drawing/2014/main" id="{725206BC-9F00-EC79-92FA-C70E81057900}"/>
              </a:ext>
            </a:extLst>
          </p:cNvPr>
          <p:cNvSpPr/>
          <p:nvPr/>
        </p:nvSpPr>
        <p:spPr>
          <a:xfrm>
            <a:off x="2667000" y="2819400"/>
            <a:ext cx="2743200" cy="914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Memory</a:t>
            </a:r>
          </a:p>
        </p:txBody>
      </p:sp>
      <p:sp>
        <p:nvSpPr>
          <p:cNvPr id="6" name="Rectangle 5">
            <a:extLst>
              <a:ext uri="{FF2B5EF4-FFF2-40B4-BE49-F238E27FC236}">
                <a16:creationId xmlns:a16="http://schemas.microsoft.com/office/drawing/2014/main" id="{D32D1AD3-698E-588F-9713-01F82DD7A630}"/>
              </a:ext>
            </a:extLst>
          </p:cNvPr>
          <p:cNvSpPr/>
          <p:nvPr/>
        </p:nvSpPr>
        <p:spPr>
          <a:xfrm>
            <a:off x="457200" y="3048000"/>
            <a:ext cx="838200" cy="18288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Input Unit</a:t>
            </a:r>
          </a:p>
        </p:txBody>
      </p:sp>
      <p:sp>
        <p:nvSpPr>
          <p:cNvPr id="7" name="Rectangle 6">
            <a:extLst>
              <a:ext uri="{FF2B5EF4-FFF2-40B4-BE49-F238E27FC236}">
                <a16:creationId xmlns:a16="http://schemas.microsoft.com/office/drawing/2014/main" id="{CAC4FDC5-827C-EBB9-92CE-663BBD611B1D}"/>
              </a:ext>
            </a:extLst>
          </p:cNvPr>
          <p:cNvSpPr/>
          <p:nvPr/>
        </p:nvSpPr>
        <p:spPr>
          <a:xfrm>
            <a:off x="2057400" y="4648200"/>
            <a:ext cx="1752600" cy="914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Control Unit</a:t>
            </a:r>
          </a:p>
        </p:txBody>
      </p:sp>
      <p:sp>
        <p:nvSpPr>
          <p:cNvPr id="8" name="Rectangle 7">
            <a:extLst>
              <a:ext uri="{FF2B5EF4-FFF2-40B4-BE49-F238E27FC236}">
                <a16:creationId xmlns:a16="http://schemas.microsoft.com/office/drawing/2014/main" id="{18C70461-197C-3A22-CFAC-65FF5F9F23EC}"/>
              </a:ext>
            </a:extLst>
          </p:cNvPr>
          <p:cNvSpPr/>
          <p:nvPr/>
        </p:nvSpPr>
        <p:spPr>
          <a:xfrm>
            <a:off x="4572000" y="4648200"/>
            <a:ext cx="1676400" cy="914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ALU</a:t>
            </a:r>
          </a:p>
        </p:txBody>
      </p:sp>
      <p:sp>
        <p:nvSpPr>
          <p:cNvPr id="9" name="Rectangle 8">
            <a:extLst>
              <a:ext uri="{FF2B5EF4-FFF2-40B4-BE49-F238E27FC236}">
                <a16:creationId xmlns:a16="http://schemas.microsoft.com/office/drawing/2014/main" id="{D4BEE1C4-8349-D6FF-FCFB-82433F56ECF6}"/>
              </a:ext>
            </a:extLst>
          </p:cNvPr>
          <p:cNvSpPr/>
          <p:nvPr/>
        </p:nvSpPr>
        <p:spPr>
          <a:xfrm>
            <a:off x="6781800" y="3048000"/>
            <a:ext cx="990600" cy="1524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Output Unit</a:t>
            </a:r>
          </a:p>
        </p:txBody>
      </p:sp>
      <p:cxnSp>
        <p:nvCxnSpPr>
          <p:cNvPr id="12" name="Straight Arrow Connector 11">
            <a:extLst>
              <a:ext uri="{FF2B5EF4-FFF2-40B4-BE49-F238E27FC236}">
                <a16:creationId xmlns:a16="http://schemas.microsoft.com/office/drawing/2014/main" id="{EEFBA481-F5BB-06B6-DA0E-688DDC9D19F2}"/>
              </a:ext>
            </a:extLst>
          </p:cNvPr>
          <p:cNvCxnSpPr/>
          <p:nvPr/>
        </p:nvCxnSpPr>
        <p:spPr>
          <a:xfrm>
            <a:off x="1219200" y="3200400"/>
            <a:ext cx="1447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3CC9833-A819-DBFC-980C-28E9A28AD35C}"/>
              </a:ext>
            </a:extLst>
          </p:cNvPr>
          <p:cNvCxnSpPr/>
          <p:nvPr/>
        </p:nvCxnSpPr>
        <p:spPr>
          <a:xfrm rot="5400000">
            <a:off x="2362201" y="4191000"/>
            <a:ext cx="9144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A02D20A-6CDE-4487-351B-2528CA685B55}"/>
              </a:ext>
            </a:extLst>
          </p:cNvPr>
          <p:cNvCxnSpPr/>
          <p:nvPr/>
        </p:nvCxnSpPr>
        <p:spPr>
          <a:xfrm rot="5400000">
            <a:off x="4344194" y="4190206"/>
            <a:ext cx="9144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F8E89E4-8B87-5B67-7030-F478344CE0E5}"/>
              </a:ext>
            </a:extLst>
          </p:cNvPr>
          <p:cNvCxnSpPr/>
          <p:nvPr/>
        </p:nvCxnSpPr>
        <p:spPr>
          <a:xfrm>
            <a:off x="3810000" y="4876800"/>
            <a:ext cx="762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83398FA-CE06-D300-352E-2B7338462EBA}"/>
              </a:ext>
            </a:extLst>
          </p:cNvPr>
          <p:cNvCxnSpPr/>
          <p:nvPr/>
        </p:nvCxnSpPr>
        <p:spPr>
          <a:xfrm>
            <a:off x="5410200" y="3429000"/>
            <a:ext cx="1371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224430-FD27-3C8F-66D3-0F421DD67EA1}"/>
              </a:ext>
            </a:extLst>
          </p:cNvPr>
          <p:cNvCxnSpPr/>
          <p:nvPr/>
        </p:nvCxnSpPr>
        <p:spPr>
          <a:xfrm rot="5400000">
            <a:off x="915987" y="5332413"/>
            <a:ext cx="1674813"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9B7CD1F-E37D-3C4F-C368-FAA8B571FCD2}"/>
              </a:ext>
            </a:extLst>
          </p:cNvPr>
          <p:cNvCxnSpPr/>
          <p:nvPr/>
        </p:nvCxnSpPr>
        <p:spPr>
          <a:xfrm rot="5400000">
            <a:off x="5639594" y="5333206"/>
            <a:ext cx="1676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55F3C30-14C2-E86D-442C-53DF0F429200}"/>
              </a:ext>
            </a:extLst>
          </p:cNvPr>
          <p:cNvCxnSpPr/>
          <p:nvPr/>
        </p:nvCxnSpPr>
        <p:spPr>
          <a:xfrm rot="10800000">
            <a:off x="1752600" y="6172200"/>
            <a:ext cx="472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55A3551-CB2F-6665-C2C9-B2E9C6F79EB2}"/>
              </a:ext>
            </a:extLst>
          </p:cNvPr>
          <p:cNvCxnSpPr/>
          <p:nvPr/>
        </p:nvCxnSpPr>
        <p:spPr>
          <a:xfrm rot="10800000">
            <a:off x="1752600" y="4495800"/>
            <a:ext cx="472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461CB37-9E19-BDCC-786D-29D71E98170E}"/>
              </a:ext>
            </a:extLst>
          </p:cNvPr>
          <p:cNvCxnSpPr/>
          <p:nvPr/>
        </p:nvCxnSpPr>
        <p:spPr>
          <a:xfrm rot="10800000">
            <a:off x="2057400" y="5791200"/>
            <a:ext cx="4267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FE4FEF9-421C-A857-901F-64C6A67F9D77}"/>
              </a:ext>
            </a:extLst>
          </p:cNvPr>
          <p:cNvCxnSpPr/>
          <p:nvPr/>
        </p:nvCxnSpPr>
        <p:spPr>
          <a:xfrm rot="5400000">
            <a:off x="6020594" y="5561806"/>
            <a:ext cx="457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EADBC7A-0393-3EC1-2B30-7A62128B003F}"/>
              </a:ext>
            </a:extLst>
          </p:cNvPr>
          <p:cNvCxnSpPr/>
          <p:nvPr/>
        </p:nvCxnSpPr>
        <p:spPr>
          <a:xfrm rot="5400000">
            <a:off x="1829594" y="5561806"/>
            <a:ext cx="457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381" name="TextBox 38">
            <a:extLst>
              <a:ext uri="{FF2B5EF4-FFF2-40B4-BE49-F238E27FC236}">
                <a16:creationId xmlns:a16="http://schemas.microsoft.com/office/drawing/2014/main" id="{2DC973A6-9C9A-471C-C5CE-F809B0498D24}"/>
              </a:ext>
            </a:extLst>
          </p:cNvPr>
          <p:cNvSpPr txBox="1">
            <a:spLocks noChangeArrowheads="1"/>
          </p:cNvSpPr>
          <p:nvPr/>
        </p:nvSpPr>
        <p:spPr bwMode="auto">
          <a:xfrm>
            <a:off x="3810000" y="5562600"/>
            <a:ext cx="914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000">
                <a:latin typeface="Century Schoolbook" panose="02040604050505020304" pitchFamily="18" charset="0"/>
              </a:rPr>
              <a:t>Registers</a:t>
            </a:r>
          </a:p>
        </p:txBody>
      </p:sp>
      <p:cxnSp>
        <p:nvCxnSpPr>
          <p:cNvPr id="41" name="Straight Connector 40">
            <a:extLst>
              <a:ext uri="{FF2B5EF4-FFF2-40B4-BE49-F238E27FC236}">
                <a16:creationId xmlns:a16="http://schemas.microsoft.com/office/drawing/2014/main" id="{20DC1480-4D6C-8993-52F3-8A0621DE053B}"/>
              </a:ext>
            </a:extLst>
          </p:cNvPr>
          <p:cNvCxnSpPr/>
          <p:nvPr/>
        </p:nvCxnSpPr>
        <p:spPr>
          <a:xfrm>
            <a:off x="3733800" y="5562600"/>
            <a:ext cx="838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383" name="TextBox 42">
            <a:extLst>
              <a:ext uri="{FF2B5EF4-FFF2-40B4-BE49-F238E27FC236}">
                <a16:creationId xmlns:a16="http://schemas.microsoft.com/office/drawing/2014/main" id="{E64402DB-1701-7541-B1FF-90711397C6B4}"/>
              </a:ext>
            </a:extLst>
          </p:cNvPr>
          <p:cNvSpPr txBox="1">
            <a:spLocks noChangeArrowheads="1"/>
          </p:cNvSpPr>
          <p:nvPr/>
        </p:nvSpPr>
        <p:spPr bwMode="auto">
          <a:xfrm>
            <a:off x="3962400" y="5867400"/>
            <a:ext cx="914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000">
                <a:latin typeface="Century Schoolbook" panose="02040604050505020304" pitchFamily="18" charset="0"/>
              </a:rPr>
              <a:t>Processor</a:t>
            </a:r>
          </a:p>
        </p:txBody>
      </p:sp>
      <p:cxnSp>
        <p:nvCxnSpPr>
          <p:cNvPr id="49" name="Straight Arrow Connector 48">
            <a:extLst>
              <a:ext uri="{FF2B5EF4-FFF2-40B4-BE49-F238E27FC236}">
                <a16:creationId xmlns:a16="http://schemas.microsoft.com/office/drawing/2014/main" id="{068DFCA1-19E2-3583-463C-C7358DE305E0}"/>
              </a:ext>
            </a:extLst>
          </p:cNvPr>
          <p:cNvCxnSpPr/>
          <p:nvPr/>
        </p:nvCxnSpPr>
        <p:spPr>
          <a:xfrm rot="10800000">
            <a:off x="1295400" y="47244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829F3C4-1E3D-FA5C-735C-DBBB1EBD570A}"/>
              </a:ext>
            </a:extLst>
          </p:cNvPr>
          <p:cNvCxnSpPr/>
          <p:nvPr/>
        </p:nvCxnSpPr>
        <p:spPr>
          <a:xfrm rot="5400000" flipH="1" flipV="1">
            <a:off x="1485901" y="3543300"/>
            <a:ext cx="19050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6CE5EEE-4CFE-3CA7-2F40-4CF92C7800B5}"/>
              </a:ext>
            </a:extLst>
          </p:cNvPr>
          <p:cNvCxnSpPr/>
          <p:nvPr/>
        </p:nvCxnSpPr>
        <p:spPr>
          <a:xfrm rot="5400000" flipH="1" flipV="1">
            <a:off x="2895601" y="4191000"/>
            <a:ext cx="9144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906AD32-11B3-37AF-1BF0-7078B735371C}"/>
              </a:ext>
            </a:extLst>
          </p:cNvPr>
          <p:cNvCxnSpPr/>
          <p:nvPr/>
        </p:nvCxnSpPr>
        <p:spPr>
          <a:xfrm>
            <a:off x="3810000" y="52578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D77E8D6-742E-84D0-88F1-D8008436F0B6}"/>
              </a:ext>
            </a:extLst>
          </p:cNvPr>
          <p:cNvCxnSpPr/>
          <p:nvPr/>
        </p:nvCxnSpPr>
        <p:spPr>
          <a:xfrm rot="5400000">
            <a:off x="2705101" y="5981700"/>
            <a:ext cx="8382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AA89EB6-C33F-9011-78B4-5E5FDFEAFEFD}"/>
              </a:ext>
            </a:extLst>
          </p:cNvPr>
          <p:cNvCxnSpPr/>
          <p:nvPr/>
        </p:nvCxnSpPr>
        <p:spPr>
          <a:xfrm>
            <a:off x="3124200" y="6400800"/>
            <a:ext cx="434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6236638-BBF5-379C-03E2-03A27310879E}"/>
              </a:ext>
            </a:extLst>
          </p:cNvPr>
          <p:cNvCxnSpPr/>
          <p:nvPr/>
        </p:nvCxnSpPr>
        <p:spPr>
          <a:xfrm rot="16200000" flipV="1">
            <a:off x="6553200" y="5486400"/>
            <a:ext cx="1752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391" name="TextBox 65">
            <a:extLst>
              <a:ext uri="{FF2B5EF4-FFF2-40B4-BE49-F238E27FC236}">
                <a16:creationId xmlns:a16="http://schemas.microsoft.com/office/drawing/2014/main" id="{F25B0AB6-0976-2406-E590-E8D8DFAF5C4D}"/>
              </a:ext>
            </a:extLst>
          </p:cNvPr>
          <p:cNvSpPr txBox="1">
            <a:spLocks noChangeArrowheads="1"/>
          </p:cNvSpPr>
          <p:nvPr/>
        </p:nvSpPr>
        <p:spPr bwMode="auto">
          <a:xfrm>
            <a:off x="6477000" y="1371600"/>
            <a:ext cx="1752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400">
                <a:latin typeface="Century Schoolbook" panose="02040604050505020304" pitchFamily="18" charset="0"/>
              </a:rPr>
              <a:t>Data Path</a:t>
            </a:r>
          </a:p>
          <a:p>
            <a:pPr eaLnBrk="1" hangingPunct="1">
              <a:lnSpc>
                <a:spcPct val="100000"/>
              </a:lnSpc>
              <a:spcBef>
                <a:spcPct val="0"/>
              </a:spcBef>
              <a:buClrTx/>
              <a:buSzTx/>
              <a:buFontTx/>
              <a:buNone/>
            </a:pPr>
            <a:r>
              <a:rPr lang="en-US" altLang="en-US" sz="1400">
                <a:latin typeface="Century Schoolbook" panose="02040604050505020304" pitchFamily="18" charset="0"/>
              </a:rPr>
              <a:t>Control Signals</a:t>
            </a:r>
          </a:p>
        </p:txBody>
      </p:sp>
      <p:cxnSp>
        <p:nvCxnSpPr>
          <p:cNvPr id="70" name="Straight Connector 69">
            <a:extLst>
              <a:ext uri="{FF2B5EF4-FFF2-40B4-BE49-F238E27FC236}">
                <a16:creationId xmlns:a16="http://schemas.microsoft.com/office/drawing/2014/main" id="{CA8305F9-CFFE-2252-AE7A-6E738AFC9C58}"/>
              </a:ext>
            </a:extLst>
          </p:cNvPr>
          <p:cNvCxnSpPr/>
          <p:nvPr/>
        </p:nvCxnSpPr>
        <p:spPr>
          <a:xfrm>
            <a:off x="7924800" y="1447800"/>
            <a:ext cx="60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D4369FB-7100-17F6-44BC-165694566E95}"/>
              </a:ext>
            </a:extLst>
          </p:cNvPr>
          <p:cNvCxnSpPr/>
          <p:nvPr/>
        </p:nvCxnSpPr>
        <p:spPr>
          <a:xfrm>
            <a:off x="8001000" y="1752600"/>
            <a:ext cx="609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548C-7BFB-E776-8DBD-FBDEAC08B1CF}"/>
              </a:ext>
            </a:extLst>
          </p:cNvPr>
          <p:cNvSpPr>
            <a:spLocks noGrp="1"/>
          </p:cNvSpPr>
          <p:nvPr>
            <p:ph type="title"/>
          </p:nvPr>
        </p:nvSpPr>
        <p:spPr/>
        <p:txBody>
          <a:bodyPr/>
          <a:lstStyle/>
          <a:p>
            <a:pPr eaLnBrk="1" fontAlgn="auto" hangingPunct="1">
              <a:spcAft>
                <a:spcPts val="0"/>
              </a:spcAft>
              <a:defRPr/>
            </a:pPr>
            <a:r>
              <a:rPr lang="en-US" dirty="0"/>
              <a:t>Central Processing Unit (CPU)</a:t>
            </a:r>
          </a:p>
        </p:txBody>
      </p:sp>
      <p:sp>
        <p:nvSpPr>
          <p:cNvPr id="16387" name="Content Placeholder 2">
            <a:extLst>
              <a:ext uri="{FF2B5EF4-FFF2-40B4-BE49-F238E27FC236}">
                <a16:creationId xmlns:a16="http://schemas.microsoft.com/office/drawing/2014/main" id="{E4D7F1C4-3C8A-EF92-EAF4-2CBC2306CF9B}"/>
              </a:ext>
            </a:extLst>
          </p:cNvPr>
          <p:cNvSpPr>
            <a:spLocks noGrp="1" noChangeArrowheads="1"/>
          </p:cNvSpPr>
          <p:nvPr>
            <p:ph idx="1"/>
          </p:nvPr>
        </p:nvSpPr>
        <p:spPr/>
        <p:txBody>
          <a:bodyPr/>
          <a:lstStyle/>
          <a:p>
            <a:pPr eaLnBrk="1" hangingPunct="1"/>
            <a:r>
              <a:rPr lang="en-US" altLang="en-US"/>
              <a:t>The CPU or the microprocessor (or simply processor) is referred as the brain of a computer system.</a:t>
            </a:r>
          </a:p>
          <a:p>
            <a:pPr eaLnBrk="1" hangingPunct="1"/>
            <a:r>
              <a:rPr lang="en-US" altLang="en-US"/>
              <a:t>CPU consists of three main subsystems, the Control Unit (CU), the Arithmetic Logic Unit (ALU), and the Registers.</a:t>
            </a:r>
          </a:p>
          <a:p>
            <a:pPr eaLnBrk="1" hangingPunct="1"/>
            <a:r>
              <a:rPr lang="en-US" altLang="en-US"/>
              <a:t>Speed of the computer system is defined by the architecture of the processor being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DEE6-2DDF-B176-6A4F-A113739CA785}"/>
              </a:ext>
            </a:extLst>
          </p:cNvPr>
          <p:cNvSpPr>
            <a:spLocks noGrp="1"/>
          </p:cNvSpPr>
          <p:nvPr>
            <p:ph type="title"/>
          </p:nvPr>
        </p:nvSpPr>
        <p:spPr/>
        <p:txBody>
          <a:bodyPr>
            <a:normAutofit fontScale="90000"/>
          </a:bodyPr>
          <a:lstStyle/>
          <a:p>
            <a:pPr eaLnBrk="1" fontAlgn="auto" hangingPunct="1">
              <a:spcAft>
                <a:spcPts val="0"/>
              </a:spcAft>
              <a:defRPr/>
            </a:pPr>
            <a:r>
              <a:rPr lang="en-US" dirty="0"/>
              <a:t>Central Processing Unit (CPU) (</a:t>
            </a:r>
            <a:r>
              <a:rPr lang="en-US" dirty="0" err="1"/>
              <a:t>Condt</a:t>
            </a:r>
            <a:r>
              <a:rPr lang="en-US" dirty="0"/>
              <a:t>…)</a:t>
            </a:r>
          </a:p>
        </p:txBody>
      </p:sp>
      <p:pic>
        <p:nvPicPr>
          <p:cNvPr id="17411" name="Picture 14">
            <a:extLst>
              <a:ext uri="{FF2B5EF4-FFF2-40B4-BE49-F238E27FC236}">
                <a16:creationId xmlns:a16="http://schemas.microsoft.com/office/drawing/2014/main" id="{0FD24F62-34F6-CAF6-AD18-8F5A3AE1D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971800"/>
            <a:ext cx="6019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C256-C211-6CA3-AFBA-4DEE51167878}"/>
              </a:ext>
            </a:extLst>
          </p:cNvPr>
          <p:cNvSpPr>
            <a:spLocks noGrp="1"/>
          </p:cNvSpPr>
          <p:nvPr>
            <p:ph type="title"/>
          </p:nvPr>
        </p:nvSpPr>
        <p:spPr/>
        <p:txBody>
          <a:bodyPr/>
          <a:lstStyle/>
          <a:p>
            <a:pPr eaLnBrk="1" fontAlgn="auto" hangingPunct="1">
              <a:spcAft>
                <a:spcPts val="0"/>
              </a:spcAft>
              <a:defRPr/>
            </a:pPr>
            <a:r>
              <a:rPr lang="en-US" dirty="0"/>
              <a:t>Arithmetic Logic unit</a:t>
            </a:r>
          </a:p>
        </p:txBody>
      </p:sp>
      <p:sp>
        <p:nvSpPr>
          <p:cNvPr id="14339" name="Content Placeholder 2">
            <a:extLst>
              <a:ext uri="{FF2B5EF4-FFF2-40B4-BE49-F238E27FC236}">
                <a16:creationId xmlns:a16="http://schemas.microsoft.com/office/drawing/2014/main" id="{6D3801C4-2743-5EBD-2581-4901C501B70D}"/>
              </a:ext>
            </a:extLst>
          </p:cNvPr>
          <p:cNvSpPr>
            <a:spLocks noGrp="1"/>
          </p:cNvSpPr>
          <p:nvPr>
            <p:ph idx="1"/>
          </p:nvPr>
        </p:nvSpPr>
        <p:spPr/>
        <p:txBody>
          <a:bodyPr rtlCol="0">
            <a:normAutofit fontScale="92500" lnSpcReduction="10000"/>
          </a:bodyPr>
          <a:lstStyle/>
          <a:p>
            <a:pPr eaLnBrk="1" fontAlgn="auto" hangingPunct="1">
              <a:spcAft>
                <a:spcPts val="0"/>
              </a:spcAft>
              <a:defRPr/>
            </a:pPr>
            <a:r>
              <a:rPr lang="en-US" altLang="en-US"/>
              <a:t>The ALU contains electronic circuits necessary to perform arithmetic and logical operations. </a:t>
            </a:r>
          </a:p>
          <a:p>
            <a:pPr eaLnBrk="1" fontAlgn="auto" hangingPunct="1">
              <a:spcAft>
                <a:spcPts val="0"/>
              </a:spcAft>
              <a:defRPr/>
            </a:pPr>
            <a:r>
              <a:rPr lang="en-US" altLang="en-US"/>
              <a:t>The arithmetic operations are ADD, SUBSTRACT, MULTIPLY, DIVIDE, etc.</a:t>
            </a:r>
          </a:p>
          <a:p>
            <a:pPr eaLnBrk="1" fontAlgn="auto" hangingPunct="1">
              <a:spcAft>
                <a:spcPts val="0"/>
              </a:spcAft>
              <a:defRPr/>
            </a:pPr>
            <a:r>
              <a:rPr lang="en-US" altLang="en-US"/>
              <a:t>The logical operations include COMPARE, SHIFT, ROTATE, AND, OR, etc</a:t>
            </a:r>
          </a:p>
          <a:p>
            <a:pPr eaLnBrk="1" fontAlgn="auto" hangingPunct="1">
              <a:spcAft>
                <a:spcPts val="0"/>
              </a:spcAft>
              <a:defRPr/>
            </a:pPr>
            <a:r>
              <a:rPr lang="en-US" altLang="en-US"/>
              <a:t>The control unit analyses each instruction in the program and sends the relevant signals to all other units – ALU, Memory, Input unit and Output unit</a:t>
            </a:r>
          </a:p>
          <a:p>
            <a:pPr eaLnBrk="1" fontAlgn="auto" hangingPunct="1">
              <a:spcAft>
                <a:spcPts val="0"/>
              </a:spcAft>
              <a:defRPr/>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EF9D-FA5F-67DC-19BA-2F0A5C7B39D3}"/>
              </a:ext>
            </a:extLst>
          </p:cNvPr>
          <p:cNvSpPr>
            <a:spLocks noGrp="1"/>
          </p:cNvSpPr>
          <p:nvPr>
            <p:ph type="title"/>
          </p:nvPr>
        </p:nvSpPr>
        <p:spPr/>
        <p:txBody>
          <a:bodyPr/>
          <a:lstStyle/>
          <a:p>
            <a:pPr eaLnBrk="1" fontAlgn="auto" hangingPunct="1">
              <a:spcAft>
                <a:spcPts val="0"/>
              </a:spcAft>
              <a:defRPr/>
            </a:pPr>
            <a:r>
              <a:rPr lang="en-US" dirty="0"/>
              <a:t>Communication inside a computer..</a:t>
            </a:r>
          </a:p>
        </p:txBody>
      </p:sp>
      <p:sp>
        <p:nvSpPr>
          <p:cNvPr id="15363" name="Content Placeholder 2">
            <a:extLst>
              <a:ext uri="{FF2B5EF4-FFF2-40B4-BE49-F238E27FC236}">
                <a16:creationId xmlns:a16="http://schemas.microsoft.com/office/drawing/2014/main" id="{459C7C30-2062-766F-BA82-54833A2204B0}"/>
              </a:ext>
            </a:extLst>
          </p:cNvPr>
          <p:cNvSpPr>
            <a:spLocks noGrp="1"/>
          </p:cNvSpPr>
          <p:nvPr>
            <p:ph idx="1"/>
          </p:nvPr>
        </p:nvSpPr>
        <p:spPr/>
        <p:txBody>
          <a:bodyPr rtlCol="0">
            <a:normAutofit fontScale="85000" lnSpcReduction="20000"/>
          </a:bodyPr>
          <a:lstStyle/>
          <a:p>
            <a:pPr eaLnBrk="1" fontAlgn="auto" hangingPunct="1">
              <a:spcAft>
                <a:spcPts val="0"/>
              </a:spcAft>
              <a:defRPr/>
            </a:pPr>
            <a:r>
              <a:rPr lang="en-US" altLang="en-US"/>
              <a:t>A computer program consists of both instructions and data. The program is fed into the computer through the input unit and stored in the memory.</a:t>
            </a:r>
          </a:p>
          <a:p>
            <a:pPr eaLnBrk="1" fontAlgn="auto" hangingPunct="1">
              <a:spcAft>
                <a:spcPts val="0"/>
              </a:spcAft>
              <a:defRPr/>
            </a:pPr>
            <a:r>
              <a:rPr lang="en-US" altLang="en-US"/>
              <a:t>In order to execute the program, the instructions have to be fetched from memory one by one. </a:t>
            </a:r>
          </a:p>
          <a:p>
            <a:pPr eaLnBrk="1" fontAlgn="auto" hangingPunct="1">
              <a:spcAft>
                <a:spcPts val="0"/>
              </a:spcAft>
              <a:defRPr/>
            </a:pPr>
            <a:r>
              <a:rPr lang="en-US" altLang="en-US"/>
              <a:t>This fetching of instructions is done by the control unit.</a:t>
            </a:r>
          </a:p>
          <a:p>
            <a:pPr eaLnBrk="1" fontAlgn="auto" hangingPunct="1">
              <a:spcAft>
                <a:spcPts val="0"/>
              </a:spcAft>
              <a:defRPr/>
            </a:pPr>
            <a:r>
              <a:rPr lang="en-US" altLang="en-US"/>
              <a:t>After an instruction is fetched, the control unit decodes the instruction.</a:t>
            </a:r>
          </a:p>
          <a:p>
            <a:pPr eaLnBrk="1" fontAlgn="auto" hangingPunct="1">
              <a:spcAft>
                <a:spcPts val="0"/>
              </a:spcAft>
              <a:defRPr/>
            </a:pPr>
            <a:r>
              <a:rPr lang="en-US" altLang="en-US"/>
              <a:t>According to the instruction, the control unit issues control signals to other units. </a:t>
            </a:r>
          </a:p>
          <a:p>
            <a:pPr eaLnBrk="1" fontAlgn="auto" hangingPunct="1">
              <a:spcAft>
                <a:spcPts val="0"/>
              </a:spcAft>
              <a:buFont typeface="Wingdings" panose="05000000000000000000" pitchFamily="2" charset="2"/>
              <a:buNone/>
              <a:defRPr/>
            </a:pPr>
            <a:r>
              <a:rPr lang="en-US" altLang="en-US"/>
              <a:t> </a:t>
            </a:r>
          </a:p>
          <a:p>
            <a:pPr eaLnBrk="1" fontAlgn="auto" hangingPunct="1">
              <a:spcAft>
                <a:spcPts val="0"/>
              </a:spcAft>
              <a:defRPr/>
            </a:pPr>
            <a:endParaRPr lang="en-US" altLang="en-US"/>
          </a:p>
          <a:p>
            <a:pPr eaLnBrk="1" fontAlgn="auto" hangingPunct="1">
              <a:spcAft>
                <a:spcPts val="0"/>
              </a:spcAft>
              <a:defRPr/>
            </a:pP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A4EBC-CBDE-5ACA-7B98-8831021A1462}"/>
              </a:ext>
            </a:extLst>
          </p:cNvPr>
          <p:cNvSpPr>
            <a:spLocks noGrp="1"/>
          </p:cNvSpPr>
          <p:nvPr>
            <p:ph type="title"/>
          </p:nvPr>
        </p:nvSpPr>
        <p:spPr/>
        <p:txBody>
          <a:bodyPr/>
          <a:lstStyle/>
          <a:p>
            <a:pPr eaLnBrk="1" fontAlgn="auto" hangingPunct="1">
              <a:spcAft>
                <a:spcPts val="0"/>
              </a:spcAft>
              <a:defRPr/>
            </a:pPr>
            <a:r>
              <a:rPr lang="en-US" dirty="0"/>
              <a:t>Communication inside a computer..</a:t>
            </a:r>
          </a:p>
        </p:txBody>
      </p:sp>
      <p:sp>
        <p:nvSpPr>
          <p:cNvPr id="20483" name="Content Placeholder 2">
            <a:extLst>
              <a:ext uri="{FF2B5EF4-FFF2-40B4-BE49-F238E27FC236}">
                <a16:creationId xmlns:a16="http://schemas.microsoft.com/office/drawing/2014/main" id="{5AD6AAE5-DEB7-A78F-3A59-4A4C27CC463E}"/>
              </a:ext>
            </a:extLst>
          </p:cNvPr>
          <p:cNvSpPr>
            <a:spLocks noGrp="1" noChangeArrowheads="1"/>
          </p:cNvSpPr>
          <p:nvPr>
            <p:ph idx="1"/>
          </p:nvPr>
        </p:nvSpPr>
        <p:spPr/>
        <p:txBody>
          <a:bodyPr>
            <a:normAutofit lnSpcReduction="10000"/>
          </a:bodyPr>
          <a:lstStyle/>
          <a:p>
            <a:pPr eaLnBrk="1" hangingPunct="1">
              <a:buFont typeface="Courier New" panose="02070309020205020404" pitchFamily="49" charset="0"/>
              <a:buChar char="o"/>
            </a:pPr>
            <a:r>
              <a:rPr lang="en-US" altLang="en-US"/>
              <a:t>After an instruction is executed, the result of the instruction is stored in memory  or stored temporarily in the control unit or ALU, so that this can be used by the next instruction.</a:t>
            </a:r>
          </a:p>
          <a:p>
            <a:pPr eaLnBrk="1" hangingPunct="1">
              <a:buFont typeface="Courier New" panose="02070309020205020404" pitchFamily="49" charset="0"/>
              <a:buChar char="o"/>
            </a:pPr>
            <a:r>
              <a:rPr lang="en-US" altLang="en-US"/>
              <a:t>The results of a program are taken out of the computer through the output unit.</a:t>
            </a:r>
          </a:p>
          <a:p>
            <a:pPr eaLnBrk="1" hangingPunct="1">
              <a:buFont typeface="Courier New" panose="02070309020205020404" pitchFamily="49" charset="0"/>
              <a:buChar char="o"/>
            </a:pPr>
            <a:r>
              <a:rPr lang="en-US" altLang="en-US"/>
              <a:t>The control unit, ALU and registers are collectively known as Central Processing Unit (CPU) </a:t>
            </a:r>
          </a:p>
          <a:p>
            <a:pPr eaLnBrk="1" hangingPunct="1">
              <a:buFont typeface="Courier New" panose="02070309020205020404" pitchFamily="49" charset="0"/>
              <a:buChar char="o"/>
            </a:pP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3C7C-F28F-66E0-990E-633284BC5AB8}"/>
              </a:ext>
            </a:extLst>
          </p:cNvPr>
          <p:cNvSpPr>
            <a:spLocks noGrp="1"/>
          </p:cNvSpPr>
          <p:nvPr>
            <p:ph type="title"/>
          </p:nvPr>
        </p:nvSpPr>
        <p:spPr/>
        <p:txBody>
          <a:bodyPr/>
          <a:lstStyle/>
          <a:p>
            <a:pPr eaLnBrk="1" fontAlgn="auto" hangingPunct="1">
              <a:spcAft>
                <a:spcPts val="0"/>
              </a:spcAft>
              <a:defRPr/>
            </a:pPr>
            <a:r>
              <a:rPr lang="en-US" dirty="0"/>
              <a:t>Communication inside a computer</a:t>
            </a:r>
          </a:p>
        </p:txBody>
      </p:sp>
      <p:pic>
        <p:nvPicPr>
          <p:cNvPr id="21507" name="Picture 2">
            <a:extLst>
              <a:ext uri="{FF2B5EF4-FFF2-40B4-BE49-F238E27FC236}">
                <a16:creationId xmlns:a16="http://schemas.microsoft.com/office/drawing/2014/main" id="{CAED314C-1574-F321-2BB9-C5C2B28F00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905000"/>
            <a:ext cx="7696200" cy="4114800"/>
          </a:xfr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D24A8-3409-ACBF-8A85-42AAC58938BC}"/>
              </a:ext>
            </a:extLst>
          </p:cNvPr>
          <p:cNvSpPr>
            <a:spLocks noGrp="1"/>
          </p:cNvSpPr>
          <p:nvPr>
            <p:ph type="title"/>
          </p:nvPr>
        </p:nvSpPr>
        <p:spPr/>
        <p:txBody>
          <a:bodyPr/>
          <a:lstStyle/>
          <a:p>
            <a:pPr eaLnBrk="1" fontAlgn="auto" hangingPunct="1">
              <a:spcAft>
                <a:spcPts val="0"/>
              </a:spcAft>
              <a:defRPr/>
            </a:pPr>
            <a:r>
              <a:rPr lang="en-US" dirty="0"/>
              <a:t>Interconnection Of Units</a:t>
            </a:r>
          </a:p>
        </p:txBody>
      </p:sp>
      <p:sp>
        <p:nvSpPr>
          <p:cNvPr id="22531" name="Content Placeholder 2">
            <a:extLst>
              <a:ext uri="{FF2B5EF4-FFF2-40B4-BE49-F238E27FC236}">
                <a16:creationId xmlns:a16="http://schemas.microsoft.com/office/drawing/2014/main" id="{D34102B6-458C-575C-6738-C84CE0E8B256}"/>
              </a:ext>
            </a:extLst>
          </p:cNvPr>
          <p:cNvSpPr>
            <a:spLocks noGrp="1" noChangeArrowheads="1"/>
          </p:cNvSpPr>
          <p:nvPr>
            <p:ph idx="1"/>
          </p:nvPr>
        </p:nvSpPr>
        <p:spPr/>
        <p:txBody>
          <a:bodyPr>
            <a:normAutofit fontScale="92500" lnSpcReduction="10000"/>
          </a:bodyPr>
          <a:lstStyle/>
          <a:p>
            <a:pPr eaLnBrk="1" hangingPunct="1"/>
            <a:r>
              <a:rPr lang="en-US" altLang="en-US"/>
              <a:t>A computer program consists of both instructions and data. </a:t>
            </a:r>
          </a:p>
          <a:p>
            <a:pPr eaLnBrk="1" hangingPunct="1"/>
            <a:r>
              <a:rPr lang="en-US" altLang="en-US"/>
              <a:t>The program is fed into the computer through the input unit and stored in the memory. </a:t>
            </a:r>
          </a:p>
          <a:p>
            <a:pPr eaLnBrk="1" hangingPunct="1"/>
            <a:r>
              <a:rPr lang="en-US" altLang="en-US"/>
              <a:t>In order to execute the program, the instructions have to be fetched from memory one by one and store it into registers (working memory) for processing. </a:t>
            </a:r>
          </a:p>
          <a:p>
            <a:pPr eaLnBrk="1" hangingPunct="1"/>
            <a:r>
              <a:rPr lang="en-US" altLang="en-US"/>
              <a:t>This fetching of instructions is done by the control unit.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64C2-FF44-7FC7-E8A5-A185D816AEAA}"/>
              </a:ext>
            </a:extLst>
          </p:cNvPr>
          <p:cNvSpPr>
            <a:spLocks noGrp="1"/>
          </p:cNvSpPr>
          <p:nvPr>
            <p:ph type="title"/>
          </p:nvPr>
        </p:nvSpPr>
        <p:spPr/>
        <p:txBody>
          <a:bodyPr/>
          <a:lstStyle/>
          <a:p>
            <a:pPr eaLnBrk="1" fontAlgn="auto" hangingPunct="1">
              <a:spcAft>
                <a:spcPts val="0"/>
              </a:spcAft>
              <a:defRPr/>
            </a:pPr>
            <a:r>
              <a:rPr lang="en-US" dirty="0"/>
              <a:t>Instruction cycle</a:t>
            </a:r>
          </a:p>
        </p:txBody>
      </p:sp>
      <p:sp>
        <p:nvSpPr>
          <p:cNvPr id="23555" name="Content Placeholder 2">
            <a:extLst>
              <a:ext uri="{FF2B5EF4-FFF2-40B4-BE49-F238E27FC236}">
                <a16:creationId xmlns:a16="http://schemas.microsoft.com/office/drawing/2014/main" id="{FB1E3E64-5E56-98C0-403C-B6ABD5F2EA4A}"/>
              </a:ext>
            </a:extLst>
          </p:cNvPr>
          <p:cNvSpPr>
            <a:spLocks noGrp="1" noChangeArrowheads="1"/>
          </p:cNvSpPr>
          <p:nvPr>
            <p:ph idx="1"/>
          </p:nvPr>
        </p:nvSpPr>
        <p:spPr>
          <a:xfrm>
            <a:off x="457200" y="1679575"/>
            <a:ext cx="7467600" cy="4873625"/>
          </a:xfrm>
        </p:spPr>
        <p:txBody>
          <a:bodyPr/>
          <a:lstStyle/>
          <a:p>
            <a:pPr eaLnBrk="1" hangingPunct="1"/>
            <a:r>
              <a:rPr lang="en-US" altLang="en-US"/>
              <a:t>Instruction are fetched and executed by the control unit one by one. The sequences involved for the fetch of one instruction and its execution are known as instruction cycle.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7FEF-2C58-05A7-F94A-6B6E541078C0}"/>
              </a:ext>
            </a:extLst>
          </p:cNvPr>
          <p:cNvSpPr>
            <a:spLocks noGrp="1"/>
          </p:cNvSpPr>
          <p:nvPr>
            <p:ph type="title"/>
          </p:nvPr>
        </p:nvSpPr>
        <p:spPr/>
        <p:txBody>
          <a:bodyPr/>
          <a:lstStyle/>
          <a:p>
            <a:pPr eaLnBrk="1" fontAlgn="auto" hangingPunct="1">
              <a:spcAft>
                <a:spcPts val="0"/>
              </a:spcAft>
              <a:defRPr/>
            </a:pPr>
            <a:r>
              <a:rPr lang="en-US" dirty="0"/>
              <a:t>Instruction Cycle</a:t>
            </a:r>
          </a:p>
        </p:txBody>
      </p:sp>
      <p:pic>
        <p:nvPicPr>
          <p:cNvPr id="25603" name="Picture 2">
            <a:extLst>
              <a:ext uri="{FF2B5EF4-FFF2-40B4-BE49-F238E27FC236}">
                <a16:creationId xmlns:a16="http://schemas.microsoft.com/office/drawing/2014/main" id="{34EE0932-5BA3-E189-6F4D-48FD36ACB97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200400" y="1752600"/>
            <a:ext cx="3581400" cy="4191000"/>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196F2-8BFA-D329-F410-0C965C4D4159}"/>
              </a:ext>
            </a:extLst>
          </p:cNvPr>
          <p:cNvSpPr>
            <a:spLocks noGrp="1"/>
          </p:cNvSpPr>
          <p:nvPr>
            <p:ph type="title"/>
          </p:nvPr>
        </p:nvSpPr>
        <p:spPr/>
        <p:txBody>
          <a:bodyPr/>
          <a:lstStyle/>
          <a:p>
            <a:pPr eaLnBrk="1" fontAlgn="auto" hangingPunct="1">
              <a:spcAft>
                <a:spcPts val="0"/>
              </a:spcAft>
              <a:defRPr/>
            </a:pPr>
            <a:r>
              <a:rPr lang="en-US" dirty="0"/>
              <a:t>Instruction Cycle Steps</a:t>
            </a:r>
          </a:p>
        </p:txBody>
      </p:sp>
      <p:pic>
        <p:nvPicPr>
          <p:cNvPr id="27651" name="Picture 2">
            <a:extLst>
              <a:ext uri="{FF2B5EF4-FFF2-40B4-BE49-F238E27FC236}">
                <a16:creationId xmlns:a16="http://schemas.microsoft.com/office/drawing/2014/main" id="{2B745B0C-FE70-D2F9-6BB5-D3C9690E880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600200"/>
            <a:ext cx="7772400" cy="4495800"/>
          </a:xfr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F8C3E-BF19-D4EF-2141-5A57EF1FBF76}"/>
              </a:ext>
            </a:extLst>
          </p:cNvPr>
          <p:cNvSpPr>
            <a:spLocks noGrp="1"/>
          </p:cNvSpPr>
          <p:nvPr>
            <p:ph type="title"/>
          </p:nvPr>
        </p:nvSpPr>
        <p:spPr/>
        <p:txBody>
          <a:bodyPr/>
          <a:lstStyle/>
          <a:p>
            <a:pPr eaLnBrk="1" fontAlgn="auto" hangingPunct="1">
              <a:spcAft>
                <a:spcPts val="0"/>
              </a:spcAft>
              <a:defRPr/>
            </a:pPr>
            <a:r>
              <a:rPr lang="en-US" dirty="0"/>
              <a:t>INTERCONNECTIONS of UNITS..</a:t>
            </a:r>
          </a:p>
        </p:txBody>
      </p:sp>
      <p:sp>
        <p:nvSpPr>
          <p:cNvPr id="3" name="Content Placeholder 2">
            <a:extLst>
              <a:ext uri="{FF2B5EF4-FFF2-40B4-BE49-F238E27FC236}">
                <a16:creationId xmlns:a16="http://schemas.microsoft.com/office/drawing/2014/main" id="{C370CF70-0019-8611-EA80-0A6EC99153E8}"/>
              </a:ext>
            </a:extLst>
          </p:cNvPr>
          <p:cNvSpPr>
            <a:spLocks noGrp="1"/>
          </p:cNvSpPr>
          <p:nvPr>
            <p:ph idx="1"/>
          </p:nvPr>
        </p:nvSpPr>
        <p:spPr/>
        <p:txBody>
          <a:bodyPr rtlCol="0">
            <a:normAutofit/>
          </a:bodyPr>
          <a:lstStyle/>
          <a:p>
            <a:pPr marL="274320" indent="-274320" eaLnBrk="1" fontAlgn="auto" hangingPunct="1">
              <a:spcAft>
                <a:spcPts val="0"/>
              </a:spcAft>
              <a:buFont typeface="Wingdings"/>
              <a:buChar char=""/>
              <a:defRPr/>
            </a:pPr>
            <a:r>
              <a:rPr lang="en-US" dirty="0"/>
              <a:t>Set of wires used for interconnection is known as system bus which carry group of bits (information) in a controlled manner.</a:t>
            </a:r>
          </a:p>
          <a:p>
            <a:pPr marL="274320" indent="-274320" eaLnBrk="1" fontAlgn="auto" hangingPunct="1">
              <a:spcAft>
                <a:spcPts val="0"/>
              </a:spcAft>
              <a:buFont typeface="Wingdings"/>
              <a:buChar char=""/>
              <a:defRPr/>
            </a:pPr>
            <a:r>
              <a:rPr lang="en-US" dirty="0"/>
              <a:t>It is further divided into three logical units, namely the address bus, the data bus, and the control bus.</a:t>
            </a:r>
          </a:p>
          <a:p>
            <a:pPr eaLnBrk="1" fontAlgn="auto" hangingPunct="1">
              <a:spcAft>
                <a:spcPts val="0"/>
              </a:spcAft>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E25D5-7205-6AB2-3459-539CF4B4AFA7}"/>
              </a:ext>
            </a:extLst>
          </p:cNvPr>
          <p:cNvSpPr>
            <a:spLocks noGrp="1"/>
          </p:cNvSpPr>
          <p:nvPr>
            <p:ph type="title"/>
          </p:nvPr>
        </p:nvSpPr>
        <p:spPr/>
        <p:txBody>
          <a:bodyPr/>
          <a:lstStyle/>
          <a:p>
            <a:pPr eaLnBrk="1" fontAlgn="auto" hangingPunct="1">
              <a:spcAft>
                <a:spcPts val="0"/>
              </a:spcAft>
              <a:defRPr/>
            </a:pPr>
            <a:r>
              <a:rPr lang="en-US" dirty="0"/>
              <a:t>System Buses Types</a:t>
            </a:r>
          </a:p>
        </p:txBody>
      </p:sp>
      <p:sp>
        <p:nvSpPr>
          <p:cNvPr id="30723" name="Content Placeholder 2">
            <a:extLst>
              <a:ext uri="{FF2B5EF4-FFF2-40B4-BE49-F238E27FC236}">
                <a16:creationId xmlns:a16="http://schemas.microsoft.com/office/drawing/2014/main" id="{A484934F-2C57-F210-85EC-823E831BB5F3}"/>
              </a:ext>
            </a:extLst>
          </p:cNvPr>
          <p:cNvSpPr>
            <a:spLocks noGrp="1" noChangeArrowheads="1"/>
          </p:cNvSpPr>
          <p:nvPr>
            <p:ph idx="1"/>
          </p:nvPr>
        </p:nvSpPr>
        <p:spPr/>
        <p:txBody>
          <a:bodyPr/>
          <a:lstStyle/>
          <a:p>
            <a:pPr eaLnBrk="1" hangingPunct="1"/>
            <a:r>
              <a:rPr lang="en-US" altLang="en-US"/>
              <a:t>Data Bus: The data bus is used when any unit is sending data, instruction or command code to some other units.</a:t>
            </a:r>
          </a:p>
          <a:p>
            <a:pPr eaLnBrk="1" hangingPunct="1"/>
            <a:r>
              <a:rPr lang="en-US" altLang="en-US"/>
              <a:t>Address Bus: The address bus is used when one unit is sending an address information i.e. location of the data residing in the memory to another unit.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669F-5BAA-72AE-291F-1561772FADBF}"/>
              </a:ext>
            </a:extLst>
          </p:cNvPr>
          <p:cNvSpPr>
            <a:spLocks noGrp="1"/>
          </p:cNvSpPr>
          <p:nvPr>
            <p:ph type="title"/>
          </p:nvPr>
        </p:nvSpPr>
        <p:spPr/>
        <p:txBody>
          <a:bodyPr/>
          <a:lstStyle/>
          <a:p>
            <a:pPr algn="ctr" eaLnBrk="1" fontAlgn="auto" hangingPunct="1">
              <a:spcAft>
                <a:spcPts val="0"/>
              </a:spcAft>
              <a:defRPr/>
            </a:pPr>
            <a:r>
              <a:rPr lang="en-US" dirty="0"/>
              <a:t>Control Bus</a:t>
            </a:r>
          </a:p>
        </p:txBody>
      </p:sp>
      <p:sp>
        <p:nvSpPr>
          <p:cNvPr id="31747" name="Content Placeholder 2">
            <a:extLst>
              <a:ext uri="{FF2B5EF4-FFF2-40B4-BE49-F238E27FC236}">
                <a16:creationId xmlns:a16="http://schemas.microsoft.com/office/drawing/2014/main" id="{341886DE-B369-4596-E516-7E591250C3AD}"/>
              </a:ext>
            </a:extLst>
          </p:cNvPr>
          <p:cNvSpPr>
            <a:spLocks noGrp="1" noChangeArrowheads="1"/>
          </p:cNvSpPr>
          <p:nvPr>
            <p:ph idx="1"/>
          </p:nvPr>
        </p:nvSpPr>
        <p:spPr/>
        <p:txBody>
          <a:bodyPr>
            <a:normAutofit fontScale="92500" lnSpcReduction="10000"/>
          </a:bodyPr>
          <a:lstStyle/>
          <a:p>
            <a:pPr eaLnBrk="1" hangingPunct="1"/>
            <a:r>
              <a:rPr lang="en-US" altLang="en-US"/>
              <a:t>Control Bus: The control bus is responsible for making CPU, memory and I/O devices work together as a functional system, carrying signals that report the status (ready, not ready) of various units.</a:t>
            </a:r>
          </a:p>
          <a:p>
            <a:pPr eaLnBrk="1" hangingPunct="1"/>
            <a:r>
              <a:rPr lang="en-US" altLang="en-US"/>
              <a:t>The function of a control bus is to determine and instruct according to the operation type (Read or Write). For example, if the processor or an I/O device wants to read or write a value from memory, the control bus will specify it. </a:t>
            </a:r>
          </a:p>
          <a:p>
            <a:pPr eaLnBrk="1" hangingPunct="1"/>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44CA8-9A61-160C-A2F5-100ACC53AF69}"/>
              </a:ext>
            </a:extLst>
          </p:cNvPr>
          <p:cNvSpPr>
            <a:spLocks noGrp="1"/>
          </p:cNvSpPr>
          <p:nvPr>
            <p:ph type="title"/>
          </p:nvPr>
        </p:nvSpPr>
        <p:spPr/>
        <p:txBody>
          <a:bodyPr/>
          <a:lstStyle/>
          <a:p>
            <a:pPr eaLnBrk="1" fontAlgn="auto" hangingPunct="1">
              <a:spcAft>
                <a:spcPts val="0"/>
              </a:spcAft>
              <a:defRPr/>
            </a:pPr>
            <a:r>
              <a:rPr lang="en-US" dirty="0"/>
              <a:t>Processing of Information</a:t>
            </a:r>
          </a:p>
        </p:txBody>
      </p:sp>
      <p:sp>
        <p:nvSpPr>
          <p:cNvPr id="28675" name="Content Placeholder 2">
            <a:extLst>
              <a:ext uri="{FF2B5EF4-FFF2-40B4-BE49-F238E27FC236}">
                <a16:creationId xmlns:a16="http://schemas.microsoft.com/office/drawing/2014/main" id="{CE5F8CE4-10ED-0919-DEE9-C41948672EB6}"/>
              </a:ext>
            </a:extLst>
          </p:cNvPr>
          <p:cNvSpPr>
            <a:spLocks noGrp="1"/>
          </p:cNvSpPr>
          <p:nvPr>
            <p:ph idx="1"/>
          </p:nvPr>
        </p:nvSpPr>
        <p:spPr/>
        <p:txBody>
          <a:bodyPr rtlCol="0">
            <a:normAutofit fontScale="85000" lnSpcReduction="10000"/>
          </a:bodyPr>
          <a:lstStyle/>
          <a:p>
            <a:pPr eaLnBrk="1" fontAlgn="auto" hangingPunct="1">
              <a:spcAft>
                <a:spcPts val="0"/>
              </a:spcAft>
              <a:defRPr/>
            </a:pPr>
            <a:r>
              <a:rPr lang="en-US" altLang="en-US"/>
              <a:t>The bus is common to all the units in the computer. Before sending some information on the bus, an unit should verify whether the bus is free or occupied with some communication started by some other unit.</a:t>
            </a:r>
          </a:p>
          <a:p>
            <a:pPr eaLnBrk="1" fontAlgn="auto" hangingPunct="1">
              <a:spcAft>
                <a:spcPts val="0"/>
              </a:spcAft>
              <a:defRPr/>
            </a:pPr>
            <a:r>
              <a:rPr lang="en-US" altLang="en-US"/>
              <a:t>CPU is the bus master in a computer which decides who should control the bus when more than one unit wants the bus at the same time.</a:t>
            </a:r>
          </a:p>
          <a:p>
            <a:pPr eaLnBrk="1" fontAlgn="auto" hangingPunct="1">
              <a:spcAft>
                <a:spcPts val="0"/>
              </a:spcAft>
              <a:defRPr/>
            </a:pPr>
            <a:r>
              <a:rPr lang="en-US" altLang="en-US"/>
              <a:t>An unit who needs the bus makes a request to the CPU and waits sanction. Till the CPU issues sanction, the requesting unit does not attempt to use the bus.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38E8-FBC4-0D7E-B5FB-BB3FBB2C18C5}"/>
              </a:ext>
            </a:extLst>
          </p:cNvPr>
          <p:cNvSpPr>
            <a:spLocks noGrp="1"/>
          </p:cNvSpPr>
          <p:nvPr>
            <p:ph type="title"/>
          </p:nvPr>
        </p:nvSpPr>
        <p:spPr/>
        <p:txBody>
          <a:bodyPr>
            <a:normAutofit fontScale="90000"/>
          </a:bodyPr>
          <a:lstStyle/>
          <a:p>
            <a:pPr eaLnBrk="1" fontAlgn="auto" hangingPunct="1">
              <a:spcAft>
                <a:spcPts val="0"/>
              </a:spcAft>
              <a:defRPr/>
            </a:pPr>
            <a:r>
              <a:rPr lang="en-US" dirty="0"/>
              <a:t>Interconnection of Computers Units via System Bus</a:t>
            </a:r>
          </a:p>
        </p:txBody>
      </p:sp>
      <p:sp>
        <p:nvSpPr>
          <p:cNvPr id="5" name="Rectangle 4">
            <a:extLst>
              <a:ext uri="{FF2B5EF4-FFF2-40B4-BE49-F238E27FC236}">
                <a16:creationId xmlns:a16="http://schemas.microsoft.com/office/drawing/2014/main" id="{F104DD0B-7135-2DB3-3F0D-287DFA21CB3A}"/>
              </a:ext>
            </a:extLst>
          </p:cNvPr>
          <p:cNvSpPr/>
          <p:nvPr/>
        </p:nvSpPr>
        <p:spPr>
          <a:xfrm>
            <a:off x="2057400" y="2743200"/>
            <a:ext cx="1066800" cy="914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CPU</a:t>
            </a:r>
          </a:p>
        </p:txBody>
      </p:sp>
      <p:sp>
        <p:nvSpPr>
          <p:cNvPr id="6" name="Rectangle 5">
            <a:extLst>
              <a:ext uri="{FF2B5EF4-FFF2-40B4-BE49-F238E27FC236}">
                <a16:creationId xmlns:a16="http://schemas.microsoft.com/office/drawing/2014/main" id="{300FA0AF-83D3-3E76-BE94-C4CDE057876F}"/>
              </a:ext>
            </a:extLst>
          </p:cNvPr>
          <p:cNvSpPr/>
          <p:nvPr/>
        </p:nvSpPr>
        <p:spPr>
          <a:xfrm>
            <a:off x="5105400" y="2743200"/>
            <a:ext cx="1524000" cy="914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Input and Output(I/O) Units</a:t>
            </a:r>
          </a:p>
        </p:txBody>
      </p:sp>
      <p:sp>
        <p:nvSpPr>
          <p:cNvPr id="7" name="Rectangle 6">
            <a:extLst>
              <a:ext uri="{FF2B5EF4-FFF2-40B4-BE49-F238E27FC236}">
                <a16:creationId xmlns:a16="http://schemas.microsoft.com/office/drawing/2014/main" id="{6909D166-63AC-296F-69F2-A169D61E0042}"/>
              </a:ext>
            </a:extLst>
          </p:cNvPr>
          <p:cNvSpPr/>
          <p:nvPr/>
        </p:nvSpPr>
        <p:spPr>
          <a:xfrm>
            <a:off x="3581400" y="2743200"/>
            <a:ext cx="1143000" cy="914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Memory Unit</a:t>
            </a:r>
          </a:p>
        </p:txBody>
      </p:sp>
      <p:cxnSp>
        <p:nvCxnSpPr>
          <p:cNvPr id="9" name="Straight Arrow Connector 8">
            <a:extLst>
              <a:ext uri="{FF2B5EF4-FFF2-40B4-BE49-F238E27FC236}">
                <a16:creationId xmlns:a16="http://schemas.microsoft.com/office/drawing/2014/main" id="{88983DB7-908E-6576-4A7E-44266ADBBA6C}"/>
              </a:ext>
            </a:extLst>
          </p:cNvPr>
          <p:cNvCxnSpPr>
            <a:stCxn id="5" idx="2"/>
          </p:cNvCxnSpPr>
          <p:nvPr/>
        </p:nvCxnSpPr>
        <p:spPr>
          <a:xfrm rot="5400000">
            <a:off x="2209801" y="4038600"/>
            <a:ext cx="762000" cy="317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02461E8-82A7-D6A0-2050-8E50A1E6F1E8}"/>
              </a:ext>
            </a:extLst>
          </p:cNvPr>
          <p:cNvCxnSpPr/>
          <p:nvPr/>
        </p:nvCxnSpPr>
        <p:spPr>
          <a:xfrm>
            <a:off x="1676400" y="4191000"/>
            <a:ext cx="52578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BCB875-79FE-9C89-C5FB-0F0A1B4396ED}"/>
              </a:ext>
            </a:extLst>
          </p:cNvPr>
          <p:cNvCxnSpPr/>
          <p:nvPr/>
        </p:nvCxnSpPr>
        <p:spPr>
          <a:xfrm>
            <a:off x="1676400" y="4419600"/>
            <a:ext cx="52578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68065B0-3D92-D70D-BCD8-983185CFE75C}"/>
              </a:ext>
            </a:extLst>
          </p:cNvPr>
          <p:cNvCxnSpPr/>
          <p:nvPr/>
        </p:nvCxnSpPr>
        <p:spPr>
          <a:xfrm>
            <a:off x="1676400" y="4648200"/>
            <a:ext cx="52578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3FB52DD-71F1-02CD-C166-146A85AA16F5}"/>
              </a:ext>
            </a:extLst>
          </p:cNvPr>
          <p:cNvCxnSpPr/>
          <p:nvPr/>
        </p:nvCxnSpPr>
        <p:spPr>
          <a:xfrm rot="5400000">
            <a:off x="2019301" y="3924300"/>
            <a:ext cx="533400" cy="317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01E0F5B-A2F6-6CE1-E109-9EE469D7ED27}"/>
              </a:ext>
            </a:extLst>
          </p:cNvPr>
          <p:cNvCxnSpPr/>
          <p:nvPr/>
        </p:nvCxnSpPr>
        <p:spPr>
          <a:xfrm rot="5400000">
            <a:off x="2401888" y="4152900"/>
            <a:ext cx="989012"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8F42C86-30B9-02B0-34FC-679F598DC6FF}"/>
              </a:ext>
            </a:extLst>
          </p:cNvPr>
          <p:cNvCxnSpPr/>
          <p:nvPr/>
        </p:nvCxnSpPr>
        <p:spPr>
          <a:xfrm rot="5400000">
            <a:off x="4002087" y="4151313"/>
            <a:ext cx="989013"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280BAE9-AF32-225B-8F48-FB6EA34D3F02}"/>
              </a:ext>
            </a:extLst>
          </p:cNvPr>
          <p:cNvCxnSpPr/>
          <p:nvPr/>
        </p:nvCxnSpPr>
        <p:spPr>
          <a:xfrm rot="5400000">
            <a:off x="5830887" y="4151313"/>
            <a:ext cx="989013"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37744-4FD9-85BC-8CAC-C99B982911ED}"/>
              </a:ext>
            </a:extLst>
          </p:cNvPr>
          <p:cNvCxnSpPr/>
          <p:nvPr/>
        </p:nvCxnSpPr>
        <p:spPr>
          <a:xfrm rot="5400000">
            <a:off x="3467894" y="3923506"/>
            <a:ext cx="533400"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E57E1AA-4DD0-AED2-212E-680892858B00}"/>
              </a:ext>
            </a:extLst>
          </p:cNvPr>
          <p:cNvCxnSpPr/>
          <p:nvPr/>
        </p:nvCxnSpPr>
        <p:spPr>
          <a:xfrm rot="5400000">
            <a:off x="5220494" y="3923506"/>
            <a:ext cx="533400"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97E441B-DDEC-AB84-7E22-5568EF388351}"/>
              </a:ext>
            </a:extLst>
          </p:cNvPr>
          <p:cNvCxnSpPr>
            <a:endCxn id="7" idx="2"/>
          </p:cNvCxnSpPr>
          <p:nvPr/>
        </p:nvCxnSpPr>
        <p:spPr>
          <a:xfrm rot="16200000" flipV="1">
            <a:off x="3790950" y="4019550"/>
            <a:ext cx="762000" cy="381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F65FD50-608D-5EBC-C70D-281BBEB54D58}"/>
              </a:ext>
            </a:extLst>
          </p:cNvPr>
          <p:cNvCxnSpPr>
            <a:stCxn id="6" idx="2"/>
          </p:cNvCxnSpPr>
          <p:nvPr/>
        </p:nvCxnSpPr>
        <p:spPr>
          <a:xfrm rot="5400000">
            <a:off x="5448301" y="4076700"/>
            <a:ext cx="838200" cy="317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3810" name="TextBox 32">
            <a:extLst>
              <a:ext uri="{FF2B5EF4-FFF2-40B4-BE49-F238E27FC236}">
                <a16:creationId xmlns:a16="http://schemas.microsoft.com/office/drawing/2014/main" id="{1AB6FB27-AB6E-66B3-DE19-1F6C6B1E2B29}"/>
              </a:ext>
            </a:extLst>
          </p:cNvPr>
          <p:cNvSpPr txBox="1">
            <a:spLocks noChangeArrowheads="1"/>
          </p:cNvSpPr>
          <p:nvPr/>
        </p:nvSpPr>
        <p:spPr bwMode="auto">
          <a:xfrm>
            <a:off x="7010400" y="4038600"/>
            <a:ext cx="1524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000">
                <a:latin typeface="Arial" panose="020B0604020202020204" pitchFamily="34" charset="0"/>
              </a:rPr>
              <a:t>Data Bus</a:t>
            </a:r>
          </a:p>
        </p:txBody>
      </p:sp>
      <p:sp>
        <p:nvSpPr>
          <p:cNvPr id="33811" name="TextBox 33">
            <a:extLst>
              <a:ext uri="{FF2B5EF4-FFF2-40B4-BE49-F238E27FC236}">
                <a16:creationId xmlns:a16="http://schemas.microsoft.com/office/drawing/2014/main" id="{E57E1412-9D8E-0379-798A-160DA124F91B}"/>
              </a:ext>
            </a:extLst>
          </p:cNvPr>
          <p:cNvSpPr txBox="1">
            <a:spLocks noChangeArrowheads="1"/>
          </p:cNvSpPr>
          <p:nvPr/>
        </p:nvSpPr>
        <p:spPr bwMode="auto">
          <a:xfrm>
            <a:off x="7010400" y="4267200"/>
            <a:ext cx="1524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000">
                <a:latin typeface="Arial" panose="020B0604020202020204" pitchFamily="34" charset="0"/>
              </a:rPr>
              <a:t>Address Bus </a:t>
            </a:r>
          </a:p>
        </p:txBody>
      </p:sp>
      <p:sp>
        <p:nvSpPr>
          <p:cNvPr id="33812" name="TextBox 34">
            <a:extLst>
              <a:ext uri="{FF2B5EF4-FFF2-40B4-BE49-F238E27FC236}">
                <a16:creationId xmlns:a16="http://schemas.microsoft.com/office/drawing/2014/main" id="{EB07C39E-E8A5-F500-4728-630727355C41}"/>
              </a:ext>
            </a:extLst>
          </p:cNvPr>
          <p:cNvSpPr txBox="1">
            <a:spLocks noChangeArrowheads="1"/>
          </p:cNvSpPr>
          <p:nvPr/>
        </p:nvSpPr>
        <p:spPr bwMode="auto">
          <a:xfrm>
            <a:off x="7086600" y="4495800"/>
            <a:ext cx="1524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000">
                <a:latin typeface="Arial" panose="020B0604020202020204" pitchFamily="34" charset="0"/>
              </a:rPr>
              <a:t>Control Bus</a:t>
            </a:r>
          </a:p>
        </p:txBody>
      </p:sp>
      <p:cxnSp>
        <p:nvCxnSpPr>
          <p:cNvPr id="37" name="Straight Connector 36">
            <a:extLst>
              <a:ext uri="{FF2B5EF4-FFF2-40B4-BE49-F238E27FC236}">
                <a16:creationId xmlns:a16="http://schemas.microsoft.com/office/drawing/2014/main" id="{B4A7DDCC-567E-38E4-8828-FEF45B398DBF}"/>
              </a:ext>
            </a:extLst>
          </p:cNvPr>
          <p:cNvCxnSpPr/>
          <p:nvPr/>
        </p:nvCxnSpPr>
        <p:spPr>
          <a:xfrm rot="5400000">
            <a:off x="723901" y="4457700"/>
            <a:ext cx="5334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6504650-3148-36D7-55B5-4E6FB85C9506}"/>
              </a:ext>
            </a:extLst>
          </p:cNvPr>
          <p:cNvCxnSpPr/>
          <p:nvPr/>
        </p:nvCxnSpPr>
        <p:spPr>
          <a:xfrm>
            <a:off x="990600" y="4724400"/>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F31665F-B81A-483D-1B7C-75F3585E0527}"/>
              </a:ext>
            </a:extLst>
          </p:cNvPr>
          <p:cNvCxnSpPr/>
          <p:nvPr/>
        </p:nvCxnSpPr>
        <p:spPr>
          <a:xfrm>
            <a:off x="990600" y="41910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18D0422-E1DB-C895-143C-D8A2F0965751}"/>
              </a:ext>
            </a:extLst>
          </p:cNvPr>
          <p:cNvCxnSpPr/>
          <p:nvPr/>
        </p:nvCxnSpPr>
        <p:spPr>
          <a:xfrm flipV="1">
            <a:off x="457200" y="4495800"/>
            <a:ext cx="381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817" name="TextBox 45">
            <a:extLst>
              <a:ext uri="{FF2B5EF4-FFF2-40B4-BE49-F238E27FC236}">
                <a16:creationId xmlns:a16="http://schemas.microsoft.com/office/drawing/2014/main" id="{8B8FC490-933F-CC97-01A0-F15CBBF5A63F}"/>
              </a:ext>
            </a:extLst>
          </p:cNvPr>
          <p:cNvSpPr txBox="1">
            <a:spLocks noChangeArrowheads="1"/>
          </p:cNvSpPr>
          <p:nvPr/>
        </p:nvSpPr>
        <p:spPr bwMode="auto">
          <a:xfrm>
            <a:off x="228600" y="4953000"/>
            <a:ext cx="990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400">
                <a:latin typeface="Arial" panose="020B0604020202020204" pitchFamily="34" charset="0"/>
              </a:rPr>
              <a:t>System Bus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24A539-07EC-11DF-0842-22CA12F4D607}"/>
              </a:ext>
            </a:extLst>
          </p:cNvPr>
          <p:cNvSpPr>
            <a:spLocks noGrp="1"/>
          </p:cNvSpPr>
          <p:nvPr>
            <p:ph type="title"/>
          </p:nvPr>
        </p:nvSpPr>
        <p:spPr>
          <a:xfrm>
            <a:off x="1443038" y="804863"/>
            <a:ext cx="6572250" cy="1058862"/>
          </a:xfrm>
        </p:spPr>
        <p:txBody>
          <a:bodyPr>
            <a:normAutofit fontScale="90000"/>
          </a:bodyPr>
          <a:lstStyle/>
          <a:p>
            <a:pPr eaLnBrk="1" fontAlgn="auto" hangingPunct="1">
              <a:spcAft>
                <a:spcPts val="0"/>
              </a:spcAft>
              <a:defRPr/>
            </a:pPr>
            <a:r>
              <a:rPr lang="en-US" dirty="0"/>
              <a:t>Interconnection of Computers Units via Bus</a:t>
            </a:r>
          </a:p>
        </p:txBody>
      </p:sp>
      <p:pic>
        <p:nvPicPr>
          <p:cNvPr id="34819" name="Picture 2">
            <a:extLst>
              <a:ext uri="{FF2B5EF4-FFF2-40B4-BE49-F238E27FC236}">
                <a16:creationId xmlns:a16="http://schemas.microsoft.com/office/drawing/2014/main" id="{1E1C925B-1D18-EDA0-5C68-EA61EF3F942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443038" y="3089275"/>
            <a:ext cx="3125787" cy="1287463"/>
          </a:xfrm>
          <a:noFill/>
        </p:spPr>
      </p:pic>
      <p:sp>
        <p:nvSpPr>
          <p:cNvPr id="30723" name="Content Placeholder 5">
            <a:extLst>
              <a:ext uri="{FF2B5EF4-FFF2-40B4-BE49-F238E27FC236}">
                <a16:creationId xmlns:a16="http://schemas.microsoft.com/office/drawing/2014/main" id="{F26AAE6B-A638-782C-9E2E-8B29B19CC8D5}"/>
              </a:ext>
            </a:extLst>
          </p:cNvPr>
          <p:cNvSpPr>
            <a:spLocks noGrp="1"/>
          </p:cNvSpPr>
          <p:nvPr>
            <p:ph sz="half" idx="2"/>
          </p:nvPr>
        </p:nvSpPr>
        <p:spPr>
          <a:xfrm>
            <a:off x="4889500" y="2014538"/>
            <a:ext cx="3125788" cy="3436937"/>
          </a:xfrm>
        </p:spPr>
        <p:txBody>
          <a:bodyPr rtlCol="0">
            <a:normAutofit fontScale="85000" lnSpcReduction="20000"/>
          </a:bodyPr>
          <a:lstStyle/>
          <a:p>
            <a:pPr eaLnBrk="1" fontAlgn="auto" hangingPunct="1">
              <a:spcAft>
                <a:spcPts val="0"/>
              </a:spcAft>
              <a:defRPr/>
            </a:pPr>
            <a:r>
              <a:rPr lang="en-US" altLang="en-US"/>
              <a:t>Shows how the system bus interconnects the processor, memory and I/O devices.</a:t>
            </a:r>
          </a:p>
          <a:p>
            <a:pPr eaLnBrk="1" fontAlgn="auto" hangingPunct="1">
              <a:spcAft>
                <a:spcPts val="0"/>
              </a:spcAft>
              <a:defRPr/>
            </a:pPr>
            <a:r>
              <a:rPr lang="en-US" altLang="en-US"/>
              <a:t>Both processor and memory units hold a bi-directional relationship with the control and data bus.</a:t>
            </a:r>
          </a:p>
          <a:p>
            <a:pPr eaLnBrk="1" fontAlgn="auto" hangingPunct="1">
              <a:spcAft>
                <a:spcPts val="0"/>
              </a:spcAft>
              <a:defRPr/>
            </a:pP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210E-6DB3-7BD5-B1EE-7DF8F5AF7DD8}"/>
              </a:ext>
            </a:extLst>
          </p:cNvPr>
          <p:cNvSpPr>
            <a:spLocks noGrp="1"/>
          </p:cNvSpPr>
          <p:nvPr>
            <p:ph type="title"/>
          </p:nvPr>
        </p:nvSpPr>
        <p:spPr>
          <a:xfrm>
            <a:off x="1443038" y="804863"/>
            <a:ext cx="6572250" cy="1058862"/>
          </a:xfrm>
        </p:spPr>
        <p:txBody>
          <a:bodyPr>
            <a:normAutofit fontScale="90000"/>
          </a:bodyPr>
          <a:lstStyle/>
          <a:p>
            <a:pPr eaLnBrk="1" fontAlgn="auto" hangingPunct="1">
              <a:spcAft>
                <a:spcPts val="0"/>
              </a:spcAft>
              <a:defRPr/>
            </a:pPr>
            <a:r>
              <a:rPr lang="en-US" dirty="0"/>
              <a:t>Interconnection of Computers Units via Bus</a:t>
            </a:r>
          </a:p>
        </p:txBody>
      </p:sp>
      <p:pic>
        <p:nvPicPr>
          <p:cNvPr id="35843" name="Picture 2">
            <a:extLst>
              <a:ext uri="{FF2B5EF4-FFF2-40B4-BE49-F238E27FC236}">
                <a16:creationId xmlns:a16="http://schemas.microsoft.com/office/drawing/2014/main" id="{8BF67C90-2190-3C9B-29E5-DF0C823346D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443038" y="3089275"/>
            <a:ext cx="3125787" cy="1287463"/>
          </a:xfrm>
          <a:noFill/>
        </p:spPr>
      </p:pic>
      <p:sp>
        <p:nvSpPr>
          <p:cNvPr id="35844" name="Content Placeholder 3">
            <a:extLst>
              <a:ext uri="{FF2B5EF4-FFF2-40B4-BE49-F238E27FC236}">
                <a16:creationId xmlns:a16="http://schemas.microsoft.com/office/drawing/2014/main" id="{D8BF9EE7-BC07-A55E-F6F1-40A1F92B194D}"/>
              </a:ext>
            </a:extLst>
          </p:cNvPr>
          <p:cNvSpPr>
            <a:spLocks noGrp="1" noChangeArrowheads="1"/>
          </p:cNvSpPr>
          <p:nvPr>
            <p:ph sz="half" idx="2"/>
          </p:nvPr>
        </p:nvSpPr>
        <p:spPr>
          <a:xfrm>
            <a:off x="4270375" y="1600200"/>
            <a:ext cx="3806825" cy="4953000"/>
          </a:xfrm>
        </p:spPr>
        <p:txBody>
          <a:bodyPr>
            <a:normAutofit fontScale="92500" lnSpcReduction="10000"/>
          </a:bodyPr>
          <a:lstStyle/>
          <a:p>
            <a:pPr eaLnBrk="1" hangingPunct="1"/>
            <a:r>
              <a:rPr lang="en-US" altLang="en-US"/>
              <a:t>In case of an address bus, the communication with processor and memory is unidirectional.</a:t>
            </a:r>
          </a:p>
          <a:p>
            <a:pPr eaLnBrk="1" hangingPunct="1"/>
            <a:r>
              <a:rPr lang="en-US" altLang="en-US"/>
              <a:t>Processor provides location of data (stored in the register) to be fetched from the memory to the address bus and the data carries the required data to the processor.</a:t>
            </a:r>
          </a:p>
          <a:p>
            <a:pPr eaLnBrk="1" hangingPunct="1"/>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A4ADA-C82A-E481-917E-CADBCB7763E6}"/>
              </a:ext>
            </a:extLst>
          </p:cNvPr>
          <p:cNvSpPr>
            <a:spLocks noGrp="1"/>
          </p:cNvSpPr>
          <p:nvPr>
            <p:ph type="title"/>
          </p:nvPr>
        </p:nvSpPr>
        <p:spPr>
          <a:xfrm>
            <a:off x="1443038" y="804863"/>
            <a:ext cx="6572250" cy="1058862"/>
          </a:xfrm>
        </p:spPr>
        <p:txBody>
          <a:bodyPr>
            <a:normAutofit fontScale="90000"/>
          </a:bodyPr>
          <a:lstStyle/>
          <a:p>
            <a:pPr eaLnBrk="1" fontAlgn="auto" hangingPunct="1">
              <a:spcAft>
                <a:spcPts val="0"/>
              </a:spcAft>
              <a:defRPr/>
            </a:pPr>
            <a:r>
              <a:rPr lang="en-US" dirty="0"/>
              <a:t>Interconnection of Computer Units via BUS</a:t>
            </a:r>
          </a:p>
        </p:txBody>
      </p:sp>
      <p:pic>
        <p:nvPicPr>
          <p:cNvPr id="36867" name="Picture 2">
            <a:extLst>
              <a:ext uri="{FF2B5EF4-FFF2-40B4-BE49-F238E27FC236}">
                <a16:creationId xmlns:a16="http://schemas.microsoft.com/office/drawing/2014/main" id="{DF8E89E6-15CB-4899-974A-3EF276DDD82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81000" y="1828800"/>
            <a:ext cx="3657600" cy="1504950"/>
          </a:xfrm>
          <a:noFill/>
        </p:spPr>
      </p:pic>
      <p:sp>
        <p:nvSpPr>
          <p:cNvPr id="36868" name="Content Placeholder 3">
            <a:extLst>
              <a:ext uri="{FF2B5EF4-FFF2-40B4-BE49-F238E27FC236}">
                <a16:creationId xmlns:a16="http://schemas.microsoft.com/office/drawing/2014/main" id="{3E926546-493E-1574-B76F-ACAF5C0CFD36}"/>
              </a:ext>
            </a:extLst>
          </p:cNvPr>
          <p:cNvSpPr>
            <a:spLocks noGrp="1" noChangeArrowheads="1"/>
          </p:cNvSpPr>
          <p:nvPr>
            <p:ph sz="half" idx="2"/>
          </p:nvPr>
        </p:nvSpPr>
        <p:spPr>
          <a:xfrm>
            <a:off x="4889500" y="2014538"/>
            <a:ext cx="3125788" cy="3436937"/>
          </a:xfrm>
        </p:spPr>
        <p:txBody>
          <a:bodyPr/>
          <a:lstStyle/>
          <a:p>
            <a:pPr eaLnBrk="1" hangingPunct="1"/>
            <a:r>
              <a:rPr lang="en-US" altLang="en-US"/>
              <a:t>I/O devices have a bi-directional relationship with the system bus.</a:t>
            </a:r>
          </a:p>
          <a:p>
            <a:pPr eaLnBrk="1" hangingPunct="1"/>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A18AB-330B-B546-D6B4-C5B369BFAC20}"/>
              </a:ext>
            </a:extLst>
          </p:cNvPr>
          <p:cNvSpPr>
            <a:spLocks noGrp="1"/>
          </p:cNvSpPr>
          <p:nvPr>
            <p:ph type="title"/>
          </p:nvPr>
        </p:nvSpPr>
        <p:spPr/>
        <p:txBody>
          <a:bodyPr/>
          <a:lstStyle/>
          <a:p>
            <a:pPr eaLnBrk="1" fontAlgn="auto" hangingPunct="1">
              <a:spcAft>
                <a:spcPts val="0"/>
              </a:spcAft>
              <a:defRPr/>
            </a:pPr>
            <a:r>
              <a:rPr lang="en-US" dirty="0"/>
              <a:t>Registers</a:t>
            </a:r>
          </a:p>
        </p:txBody>
      </p:sp>
      <p:sp>
        <p:nvSpPr>
          <p:cNvPr id="33795" name="Content Placeholder 2">
            <a:extLst>
              <a:ext uri="{FF2B5EF4-FFF2-40B4-BE49-F238E27FC236}">
                <a16:creationId xmlns:a16="http://schemas.microsoft.com/office/drawing/2014/main" id="{0260B773-E0B6-3B04-71C2-36D25ED4A0B0}"/>
              </a:ext>
            </a:extLst>
          </p:cNvPr>
          <p:cNvSpPr>
            <a:spLocks noGrp="1"/>
          </p:cNvSpPr>
          <p:nvPr>
            <p:ph idx="1"/>
          </p:nvPr>
        </p:nvSpPr>
        <p:spPr/>
        <p:txBody>
          <a:bodyPr rtlCol="0">
            <a:normAutofit fontScale="77500" lnSpcReduction="20000"/>
          </a:bodyPr>
          <a:lstStyle/>
          <a:p>
            <a:pPr eaLnBrk="1" fontAlgn="auto" hangingPunct="1">
              <a:spcAft>
                <a:spcPts val="0"/>
              </a:spcAft>
              <a:defRPr/>
            </a:pPr>
            <a:r>
              <a:rPr lang="en-US" altLang="en-US"/>
              <a:t>It is a special temporary storage location within the CPU.</a:t>
            </a:r>
          </a:p>
          <a:p>
            <a:pPr eaLnBrk="1" fontAlgn="auto" hangingPunct="1">
              <a:spcAft>
                <a:spcPts val="0"/>
              </a:spcAft>
              <a:defRPr/>
            </a:pPr>
            <a:r>
              <a:rPr lang="en-US" altLang="en-US"/>
              <a:t>Registers quickly accept, store and transfer data and instructions that are being used immediately.</a:t>
            </a:r>
          </a:p>
          <a:p>
            <a:pPr eaLnBrk="1" fontAlgn="auto" hangingPunct="1">
              <a:spcAft>
                <a:spcPts val="0"/>
              </a:spcAft>
              <a:defRPr/>
            </a:pPr>
            <a:r>
              <a:rPr lang="en-US" altLang="en-US"/>
              <a:t>To execute an instruction, the control unit of the CPU retrieves it from main memory and places it onto a register.</a:t>
            </a:r>
          </a:p>
          <a:p>
            <a:pPr eaLnBrk="1" fontAlgn="auto" hangingPunct="1">
              <a:spcAft>
                <a:spcPts val="0"/>
              </a:spcAft>
              <a:defRPr/>
            </a:pPr>
            <a:r>
              <a:rPr lang="en-US" altLang="en-US"/>
              <a:t>The typical operations that take place in the processing of instruction are part of the instruction cycle or execution cycle.</a:t>
            </a:r>
          </a:p>
          <a:p>
            <a:pPr eaLnBrk="1" fontAlgn="auto" hangingPunct="1">
              <a:spcAft>
                <a:spcPts val="0"/>
              </a:spcAft>
              <a:defRPr/>
            </a:pPr>
            <a:r>
              <a:rPr lang="en-US" altLang="en-US"/>
              <a:t>The instruction cycle refers to the retrieval of the  instruction from main memory and its sub sequence at decoding.</a:t>
            </a:r>
          </a:p>
          <a:p>
            <a:pPr eaLnBrk="1" fontAlgn="auto" hangingPunct="1">
              <a:spcAft>
                <a:spcPts val="0"/>
              </a:spcAft>
              <a:defRPr/>
            </a:pPr>
            <a:r>
              <a:rPr lang="en-US" altLang="en-US"/>
              <a:t>The time it takes to go through the instruction cycle is referred to as I-time.</a:t>
            </a:r>
          </a:p>
          <a:p>
            <a:pPr eaLnBrk="1" fontAlgn="auto" hangingPunct="1">
              <a:spcAft>
                <a:spcPts val="0"/>
              </a:spcAft>
              <a:buFont typeface="Wingdings" panose="05000000000000000000" pitchFamily="2" charset="2"/>
              <a:buNone/>
              <a:defRPr/>
            </a:pPr>
            <a:endParaRPr lang="en-US" altLang="en-US"/>
          </a:p>
          <a:p>
            <a:pPr eaLnBrk="1" fontAlgn="auto" hangingPunct="1">
              <a:spcAft>
                <a:spcPts val="0"/>
              </a:spcAft>
              <a:defRPr/>
            </a:pP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7366F-CA35-ECEB-CD06-34FF3BD8CC84}"/>
              </a:ext>
            </a:extLst>
          </p:cNvPr>
          <p:cNvSpPr>
            <a:spLocks noGrp="1"/>
          </p:cNvSpPr>
          <p:nvPr>
            <p:ph type="title"/>
          </p:nvPr>
        </p:nvSpPr>
        <p:spPr/>
        <p:txBody>
          <a:bodyPr/>
          <a:lstStyle/>
          <a:p>
            <a:pPr eaLnBrk="1" fontAlgn="auto" hangingPunct="1">
              <a:spcAft>
                <a:spcPts val="0"/>
              </a:spcAft>
              <a:defRPr/>
            </a:pPr>
            <a:r>
              <a:rPr lang="en-US" dirty="0"/>
              <a:t>Arithmetic Logic Unit (ALU)</a:t>
            </a:r>
          </a:p>
        </p:txBody>
      </p:sp>
      <p:sp>
        <p:nvSpPr>
          <p:cNvPr id="38915" name="Content Placeholder 2">
            <a:extLst>
              <a:ext uri="{FF2B5EF4-FFF2-40B4-BE49-F238E27FC236}">
                <a16:creationId xmlns:a16="http://schemas.microsoft.com/office/drawing/2014/main" id="{62152389-81A4-71BA-6799-75B6414B48DA}"/>
              </a:ext>
            </a:extLst>
          </p:cNvPr>
          <p:cNvSpPr>
            <a:spLocks noGrp="1" noChangeArrowheads="1"/>
          </p:cNvSpPr>
          <p:nvPr>
            <p:ph idx="1"/>
          </p:nvPr>
        </p:nvSpPr>
        <p:spPr/>
        <p:txBody>
          <a:bodyPr/>
          <a:lstStyle/>
          <a:p>
            <a:pPr eaLnBrk="1" hangingPunct="1"/>
            <a:r>
              <a:rPr lang="en-US" altLang="en-US"/>
              <a:t>ALU performs all the arithmetic and logical functions.</a:t>
            </a:r>
          </a:p>
          <a:p>
            <a:pPr eaLnBrk="1" hangingPunct="1"/>
            <a:r>
              <a:rPr lang="en-US" altLang="en-US"/>
              <a:t>It performs arithmetic as well as logical functions.</a:t>
            </a:r>
          </a:p>
          <a:p>
            <a:pPr eaLnBrk="1" hangingPunct="1"/>
            <a:r>
              <a:rPr lang="en-US" altLang="en-US"/>
              <a:t>The speed of the computer system is defined by the architecture of the processor being used.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F870-7AA9-6F02-2442-FB30C1273775}"/>
              </a:ext>
            </a:extLst>
          </p:cNvPr>
          <p:cNvSpPr>
            <a:spLocks noGrp="1"/>
          </p:cNvSpPr>
          <p:nvPr>
            <p:ph type="title"/>
          </p:nvPr>
        </p:nvSpPr>
        <p:spPr/>
        <p:txBody>
          <a:bodyPr/>
          <a:lstStyle/>
          <a:p>
            <a:pPr eaLnBrk="1" fontAlgn="auto" hangingPunct="1">
              <a:spcAft>
                <a:spcPts val="0"/>
              </a:spcAft>
              <a:defRPr/>
            </a:pPr>
            <a:r>
              <a:rPr lang="en-US" dirty="0"/>
              <a:t>Control Unit</a:t>
            </a:r>
          </a:p>
        </p:txBody>
      </p:sp>
      <p:sp>
        <p:nvSpPr>
          <p:cNvPr id="39939" name="Content Placeholder 2">
            <a:extLst>
              <a:ext uri="{FF2B5EF4-FFF2-40B4-BE49-F238E27FC236}">
                <a16:creationId xmlns:a16="http://schemas.microsoft.com/office/drawing/2014/main" id="{6DC1676D-400A-158C-8926-2A9690619B6A}"/>
              </a:ext>
            </a:extLst>
          </p:cNvPr>
          <p:cNvSpPr>
            <a:spLocks noGrp="1" noChangeArrowheads="1"/>
          </p:cNvSpPr>
          <p:nvPr>
            <p:ph idx="1"/>
          </p:nvPr>
        </p:nvSpPr>
        <p:spPr/>
        <p:txBody>
          <a:bodyPr>
            <a:normAutofit fontScale="92500"/>
          </a:bodyPr>
          <a:lstStyle/>
          <a:p>
            <a:pPr eaLnBrk="1" hangingPunct="1"/>
            <a:r>
              <a:rPr lang="en-US" altLang="en-US"/>
              <a:t>It is responsible for directing and coordinating most of the computer system activities.</a:t>
            </a:r>
          </a:p>
          <a:p>
            <a:pPr eaLnBrk="1" hangingPunct="1"/>
            <a:r>
              <a:rPr lang="en-US" altLang="en-US"/>
              <a:t>It does not execute instructions by itself. It tells other parts of the computer system what to do.</a:t>
            </a:r>
          </a:p>
          <a:p>
            <a:pPr eaLnBrk="1" hangingPunct="1"/>
            <a:r>
              <a:rPr lang="en-US" altLang="en-US"/>
              <a:t>It determines the movement of electronic signals between the main memory and arithmetic logic unit as well as the control signals between the CPU and input/output devices.</a:t>
            </a:r>
          </a:p>
          <a:p>
            <a:pPr eaLnBrk="1" hangingPunct="1">
              <a:buFont typeface="Wingdings" panose="05000000000000000000" pitchFamily="2" charset="2"/>
              <a:buNone/>
            </a:pP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FCA4C-7197-8145-1592-84F8AAFF4129}"/>
              </a:ext>
            </a:extLst>
          </p:cNvPr>
          <p:cNvSpPr>
            <a:spLocks noGrp="1"/>
          </p:cNvSpPr>
          <p:nvPr>
            <p:ph type="title"/>
          </p:nvPr>
        </p:nvSpPr>
        <p:spPr/>
        <p:txBody>
          <a:bodyPr/>
          <a:lstStyle/>
          <a:p>
            <a:pPr eaLnBrk="1" fontAlgn="auto" hangingPunct="1">
              <a:spcAft>
                <a:spcPts val="0"/>
              </a:spcAft>
              <a:defRPr/>
            </a:pPr>
            <a:r>
              <a:rPr lang="en-US" dirty="0"/>
              <a:t>Control Unit(</a:t>
            </a:r>
            <a:r>
              <a:rPr lang="en-US" dirty="0" err="1"/>
              <a:t>Condt</a:t>
            </a:r>
            <a:r>
              <a:rPr lang="en-US" dirty="0"/>
              <a:t>…)</a:t>
            </a:r>
          </a:p>
        </p:txBody>
      </p:sp>
      <p:sp>
        <p:nvSpPr>
          <p:cNvPr id="36867" name="Content Placeholder 2">
            <a:extLst>
              <a:ext uri="{FF2B5EF4-FFF2-40B4-BE49-F238E27FC236}">
                <a16:creationId xmlns:a16="http://schemas.microsoft.com/office/drawing/2014/main" id="{CA9BD76B-11A8-61D4-8695-257EA48837F6}"/>
              </a:ext>
            </a:extLst>
          </p:cNvPr>
          <p:cNvSpPr>
            <a:spLocks noGrp="1"/>
          </p:cNvSpPr>
          <p:nvPr>
            <p:ph idx="1"/>
          </p:nvPr>
        </p:nvSpPr>
        <p:spPr/>
        <p:txBody>
          <a:bodyPr rtlCol="0">
            <a:normAutofit fontScale="92500" lnSpcReduction="20000"/>
          </a:bodyPr>
          <a:lstStyle/>
          <a:p>
            <a:pPr eaLnBrk="1" fontAlgn="auto" hangingPunct="1">
              <a:spcAft>
                <a:spcPts val="0"/>
              </a:spcAft>
              <a:defRPr/>
            </a:pPr>
            <a:r>
              <a:rPr lang="en-US" altLang="en-US"/>
              <a:t>To complete an event i.e. processing, control unit repeats a set of four basic operations:</a:t>
            </a:r>
          </a:p>
          <a:p>
            <a:pPr eaLnBrk="1" fontAlgn="auto" hangingPunct="1">
              <a:spcAft>
                <a:spcPts val="0"/>
              </a:spcAft>
              <a:defRPr/>
            </a:pPr>
            <a:r>
              <a:rPr lang="en-US" altLang="en-US"/>
              <a:t>Fetching is the process of obtaining a program instruction or data item from the memory</a:t>
            </a:r>
          </a:p>
          <a:p>
            <a:pPr eaLnBrk="1" fontAlgn="auto" hangingPunct="1">
              <a:spcAft>
                <a:spcPts val="0"/>
              </a:spcAft>
              <a:defRPr/>
            </a:pPr>
            <a:r>
              <a:rPr lang="en-US" altLang="en-US"/>
              <a:t>Decoding is the process of translating the instruction into commands the computer can execute.</a:t>
            </a:r>
          </a:p>
          <a:p>
            <a:pPr eaLnBrk="1" fontAlgn="auto" hangingPunct="1">
              <a:spcAft>
                <a:spcPts val="0"/>
              </a:spcAft>
              <a:defRPr/>
            </a:pPr>
            <a:r>
              <a:rPr lang="en-US" altLang="en-US"/>
              <a:t>Executing is the process of carrying out the commands.</a:t>
            </a:r>
          </a:p>
          <a:p>
            <a:pPr eaLnBrk="1" fontAlgn="auto" hangingPunct="1">
              <a:spcAft>
                <a:spcPts val="0"/>
              </a:spcAft>
              <a:defRPr/>
            </a:pPr>
            <a:r>
              <a:rPr lang="en-US" altLang="en-US"/>
              <a:t>Storing is the process of writing the result to memory.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44143-BA65-2ECF-D1D7-C8D02A3658C2}"/>
              </a:ext>
            </a:extLst>
          </p:cNvPr>
          <p:cNvSpPr>
            <a:spLocks noGrp="1"/>
          </p:cNvSpPr>
          <p:nvPr>
            <p:ph type="title"/>
          </p:nvPr>
        </p:nvSpPr>
        <p:spPr/>
        <p:txBody>
          <a:bodyPr/>
          <a:lstStyle/>
          <a:p>
            <a:pPr eaLnBrk="1" fontAlgn="auto" hangingPunct="1">
              <a:spcAft>
                <a:spcPts val="0"/>
              </a:spcAft>
              <a:defRPr/>
            </a:pPr>
            <a:r>
              <a:rPr lang="en-US" dirty="0"/>
              <a:t>Control Unit(</a:t>
            </a:r>
            <a:r>
              <a:rPr lang="en-US" dirty="0" err="1"/>
              <a:t>Condt</a:t>
            </a:r>
            <a:r>
              <a:rPr lang="en-US" dirty="0"/>
              <a:t>…)</a:t>
            </a:r>
          </a:p>
        </p:txBody>
      </p:sp>
      <p:sp>
        <p:nvSpPr>
          <p:cNvPr id="37891" name="Content Placeholder 2">
            <a:extLst>
              <a:ext uri="{FF2B5EF4-FFF2-40B4-BE49-F238E27FC236}">
                <a16:creationId xmlns:a16="http://schemas.microsoft.com/office/drawing/2014/main" id="{A4CE563D-73F8-63F7-AF76-B0F030612684}"/>
              </a:ext>
            </a:extLst>
          </p:cNvPr>
          <p:cNvSpPr>
            <a:spLocks noGrp="1"/>
          </p:cNvSpPr>
          <p:nvPr>
            <p:ph idx="1"/>
          </p:nvPr>
        </p:nvSpPr>
        <p:spPr/>
        <p:txBody>
          <a:bodyPr rtlCol="0">
            <a:normAutofit/>
          </a:bodyPr>
          <a:lstStyle/>
          <a:p>
            <a:pPr eaLnBrk="1" fontAlgn="auto" hangingPunct="1">
              <a:spcAft>
                <a:spcPts val="0"/>
              </a:spcAft>
              <a:defRPr/>
            </a:pPr>
            <a:r>
              <a:rPr lang="en-US" altLang="en-US" sz="2200"/>
              <a:t>The internal communication inside a computer that transforms raw data into useful information is called </a:t>
            </a:r>
            <a:r>
              <a:rPr lang="en-US" altLang="en-US" sz="2200" b="1"/>
              <a:t>processing.</a:t>
            </a:r>
          </a:p>
          <a:p>
            <a:pPr eaLnBrk="1" fontAlgn="auto" hangingPunct="1">
              <a:spcAft>
                <a:spcPts val="0"/>
              </a:spcAft>
              <a:defRPr/>
            </a:pPr>
            <a:r>
              <a:rPr lang="en-US" altLang="en-US" sz="2200"/>
              <a:t>To perform this transformation, the computer uses two components- processor and memory</a:t>
            </a:r>
          </a:p>
          <a:p>
            <a:pPr eaLnBrk="1" fontAlgn="auto" hangingPunct="1">
              <a:spcAft>
                <a:spcPts val="0"/>
              </a:spcAft>
              <a:defRPr/>
            </a:pPr>
            <a:r>
              <a:rPr lang="en-US" altLang="en-US" sz="2200"/>
              <a:t>The program is fed into the computer through the input unit and stored in the memory</a:t>
            </a:r>
          </a:p>
          <a:p>
            <a:pPr eaLnBrk="1" fontAlgn="auto" hangingPunct="1">
              <a:spcAft>
                <a:spcPts val="0"/>
              </a:spcAft>
              <a:defRPr/>
            </a:pPr>
            <a:r>
              <a:rPr lang="en-US" altLang="en-US" sz="2200"/>
              <a:t>To execute the program, the instructions have to be fetched from memory one by one which is done by control unit</a:t>
            </a:r>
          </a:p>
          <a:p>
            <a:pPr eaLnBrk="1" fontAlgn="auto" hangingPunct="1">
              <a:spcAft>
                <a:spcPts val="0"/>
              </a:spcAft>
              <a:defRPr/>
            </a:pPr>
            <a:r>
              <a:rPr lang="en-US" altLang="en-US" sz="2200"/>
              <a:t>Then the control unit decodes the instruction.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79688-7684-9E12-7072-50948008F430}"/>
              </a:ext>
            </a:extLst>
          </p:cNvPr>
          <p:cNvSpPr>
            <a:spLocks noGrp="1"/>
          </p:cNvSpPr>
          <p:nvPr>
            <p:ph type="title"/>
          </p:nvPr>
        </p:nvSpPr>
        <p:spPr/>
        <p:txBody>
          <a:bodyPr/>
          <a:lstStyle/>
          <a:p>
            <a:pPr eaLnBrk="1" fontAlgn="auto" hangingPunct="1">
              <a:spcAft>
                <a:spcPts val="0"/>
              </a:spcAft>
              <a:defRPr/>
            </a:pPr>
            <a:r>
              <a:rPr lang="en-US" dirty="0"/>
              <a:t>Control Unit(</a:t>
            </a:r>
            <a:r>
              <a:rPr lang="en-US" dirty="0" err="1"/>
              <a:t>Condt</a:t>
            </a:r>
            <a:r>
              <a:rPr lang="en-US" dirty="0"/>
              <a:t>…)</a:t>
            </a:r>
          </a:p>
        </p:txBody>
      </p:sp>
      <p:sp>
        <p:nvSpPr>
          <p:cNvPr id="43011" name="Content Placeholder 2">
            <a:extLst>
              <a:ext uri="{FF2B5EF4-FFF2-40B4-BE49-F238E27FC236}">
                <a16:creationId xmlns:a16="http://schemas.microsoft.com/office/drawing/2014/main" id="{2D267FAA-CEDA-24FB-DD6D-940CF75FCF83}"/>
              </a:ext>
            </a:extLst>
          </p:cNvPr>
          <p:cNvSpPr>
            <a:spLocks noGrp="1" noChangeArrowheads="1"/>
          </p:cNvSpPr>
          <p:nvPr>
            <p:ph idx="1"/>
          </p:nvPr>
        </p:nvSpPr>
        <p:spPr/>
        <p:txBody>
          <a:bodyPr/>
          <a:lstStyle/>
          <a:p>
            <a:pPr eaLnBrk="1" hangingPunct="1"/>
            <a:r>
              <a:rPr lang="en-US" altLang="en-US"/>
              <a:t>According to instruction, control unit issues signals to other units.</a:t>
            </a:r>
          </a:p>
          <a:p>
            <a:pPr eaLnBrk="1" hangingPunct="1"/>
            <a:r>
              <a:rPr lang="en-US" altLang="en-US"/>
              <a:t>After instruction is executed, the result of the instruction is stored in memory or stored temporarily in the registry, so that this can be used by the next instruction.</a:t>
            </a:r>
          </a:p>
          <a:p>
            <a:pPr eaLnBrk="1" hangingPunct="1"/>
            <a:r>
              <a:rPr lang="en-US" altLang="en-US"/>
              <a:t>The results of a program are taken out of the computer through the output unit.</a:t>
            </a:r>
          </a:p>
          <a:p>
            <a:pPr eaLnBrk="1" hangingPunct="1"/>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23D6F-1E64-0DE6-87B5-6D31BAF83C81}"/>
              </a:ext>
            </a:extLst>
          </p:cNvPr>
          <p:cNvSpPr>
            <a:spLocks noGrp="1"/>
          </p:cNvSpPr>
          <p:nvPr>
            <p:ph type="title"/>
          </p:nvPr>
        </p:nvSpPr>
        <p:spPr/>
        <p:txBody>
          <a:bodyPr/>
          <a:lstStyle/>
          <a:p>
            <a:pPr eaLnBrk="1" fontAlgn="auto" hangingPunct="1">
              <a:spcAft>
                <a:spcPts val="0"/>
              </a:spcAft>
              <a:defRPr/>
            </a:pPr>
            <a:r>
              <a:rPr lang="en-US" dirty="0"/>
              <a:t>Memory</a:t>
            </a:r>
          </a:p>
        </p:txBody>
      </p:sp>
      <p:sp>
        <p:nvSpPr>
          <p:cNvPr id="39939" name="Content Placeholder 2">
            <a:extLst>
              <a:ext uri="{FF2B5EF4-FFF2-40B4-BE49-F238E27FC236}">
                <a16:creationId xmlns:a16="http://schemas.microsoft.com/office/drawing/2014/main" id="{5065D28F-B8C2-2F02-277F-248C86A73E6C}"/>
              </a:ext>
            </a:extLst>
          </p:cNvPr>
          <p:cNvSpPr>
            <a:spLocks noGrp="1"/>
          </p:cNvSpPr>
          <p:nvPr>
            <p:ph idx="1"/>
          </p:nvPr>
        </p:nvSpPr>
        <p:spPr/>
        <p:txBody>
          <a:bodyPr rtlCol="0">
            <a:normAutofit fontScale="92500" lnSpcReduction="20000"/>
          </a:bodyPr>
          <a:lstStyle/>
          <a:p>
            <a:pPr eaLnBrk="1" fontAlgn="auto" hangingPunct="1">
              <a:spcAft>
                <a:spcPts val="0"/>
              </a:spcAft>
              <a:defRPr/>
            </a:pPr>
            <a:r>
              <a:rPr lang="en-US" altLang="en-US"/>
              <a:t>Memory is the computer's electronic scratchpad or local store in computer terminology.</a:t>
            </a:r>
          </a:p>
          <a:p>
            <a:pPr eaLnBrk="1" fontAlgn="auto" hangingPunct="1">
              <a:spcAft>
                <a:spcPts val="0"/>
              </a:spcAft>
              <a:defRPr/>
            </a:pPr>
            <a:r>
              <a:rPr lang="en-US" altLang="en-US"/>
              <a:t>Used for temporary storage of calculations, data, and other work in progress.</a:t>
            </a:r>
          </a:p>
          <a:p>
            <a:pPr eaLnBrk="1" fontAlgn="auto" hangingPunct="1">
              <a:spcAft>
                <a:spcPts val="0"/>
              </a:spcAft>
              <a:defRPr/>
            </a:pPr>
            <a:r>
              <a:rPr lang="en-US" altLang="en-US"/>
              <a:t>Two types: Primary and Secondary</a:t>
            </a:r>
          </a:p>
          <a:p>
            <a:pPr eaLnBrk="1" fontAlgn="auto" hangingPunct="1">
              <a:spcAft>
                <a:spcPts val="0"/>
              </a:spcAft>
              <a:defRPr/>
            </a:pPr>
            <a:r>
              <a:rPr lang="en-US" altLang="en-US"/>
              <a:t>Primary memory or the main memory is part of the main computer system. The primary memory itself is of two types.</a:t>
            </a:r>
          </a:p>
          <a:p>
            <a:pPr eaLnBrk="1" fontAlgn="auto" hangingPunct="1">
              <a:spcAft>
                <a:spcPts val="0"/>
              </a:spcAft>
              <a:defRPr/>
            </a:pPr>
            <a:r>
              <a:rPr lang="en-US" altLang="en-US"/>
              <a:t>The first is called random access memory (RAM) and the other is read only memory (ROM).</a:t>
            </a:r>
          </a:p>
          <a:p>
            <a:pPr eaLnBrk="1" fontAlgn="auto" hangingPunct="1">
              <a:spcAft>
                <a:spcPts val="0"/>
              </a:spcAft>
              <a:defRPr/>
            </a:pP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6BDE0-C78E-171A-6C0D-9F128897D05C}"/>
              </a:ext>
            </a:extLst>
          </p:cNvPr>
          <p:cNvSpPr>
            <a:spLocks noGrp="1"/>
          </p:cNvSpPr>
          <p:nvPr>
            <p:ph type="title"/>
          </p:nvPr>
        </p:nvSpPr>
        <p:spPr/>
        <p:txBody>
          <a:bodyPr/>
          <a:lstStyle/>
          <a:p>
            <a:pPr eaLnBrk="1" fontAlgn="auto" hangingPunct="1">
              <a:spcAft>
                <a:spcPts val="0"/>
              </a:spcAft>
              <a:defRPr/>
            </a:pPr>
            <a:r>
              <a:rPr lang="en-US" dirty="0"/>
              <a:t>Random Access Memory (RAM)</a:t>
            </a:r>
          </a:p>
        </p:txBody>
      </p:sp>
      <p:sp>
        <p:nvSpPr>
          <p:cNvPr id="45059" name="Content Placeholder 2">
            <a:extLst>
              <a:ext uri="{FF2B5EF4-FFF2-40B4-BE49-F238E27FC236}">
                <a16:creationId xmlns:a16="http://schemas.microsoft.com/office/drawing/2014/main" id="{F6ACFD61-6FAC-D6B9-EC1C-EB6DA6941121}"/>
              </a:ext>
            </a:extLst>
          </p:cNvPr>
          <p:cNvSpPr>
            <a:spLocks noGrp="1" noChangeArrowheads="1"/>
          </p:cNvSpPr>
          <p:nvPr>
            <p:ph idx="1"/>
          </p:nvPr>
        </p:nvSpPr>
        <p:spPr/>
        <p:txBody>
          <a:bodyPr>
            <a:normAutofit lnSpcReduction="10000"/>
          </a:bodyPr>
          <a:lstStyle/>
          <a:p>
            <a:pPr eaLnBrk="1" hangingPunct="1"/>
            <a:r>
              <a:rPr lang="en-US" altLang="en-US"/>
              <a:t>The processor directly stores and retrieves information from it.</a:t>
            </a:r>
          </a:p>
          <a:p>
            <a:pPr eaLnBrk="1" hangingPunct="1"/>
            <a:r>
              <a:rPr lang="en-US" altLang="en-US"/>
              <a:t>Memory is organized into locations. Each memory location is identified by a unique address. The access time is same for all location.</a:t>
            </a:r>
          </a:p>
          <a:p>
            <a:pPr eaLnBrk="1" hangingPunct="1"/>
            <a:r>
              <a:rPr lang="en-US" altLang="en-US"/>
              <a:t>It is volatile: when turned off, everything in RAM disappears.</a:t>
            </a:r>
          </a:p>
          <a:p>
            <a:pPr eaLnBrk="1" hangingPunct="1"/>
            <a:r>
              <a:rPr lang="en-US" altLang="en-US"/>
              <a:t>Two types: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2AE9-AA49-5540-28C2-507C93F6318E}"/>
              </a:ext>
            </a:extLst>
          </p:cNvPr>
          <p:cNvSpPr>
            <a:spLocks noGrp="1"/>
          </p:cNvSpPr>
          <p:nvPr>
            <p:ph type="title"/>
          </p:nvPr>
        </p:nvSpPr>
        <p:spPr/>
        <p:txBody>
          <a:bodyPr/>
          <a:lstStyle/>
          <a:p>
            <a:pPr eaLnBrk="1" fontAlgn="auto" hangingPunct="1">
              <a:spcAft>
                <a:spcPts val="0"/>
              </a:spcAft>
              <a:defRPr/>
            </a:pPr>
            <a:r>
              <a:rPr lang="en-US" dirty="0"/>
              <a:t>Types of RAM</a:t>
            </a:r>
          </a:p>
        </p:txBody>
      </p:sp>
      <p:sp>
        <p:nvSpPr>
          <p:cNvPr id="3" name="Content Placeholder 2">
            <a:extLst>
              <a:ext uri="{FF2B5EF4-FFF2-40B4-BE49-F238E27FC236}">
                <a16:creationId xmlns:a16="http://schemas.microsoft.com/office/drawing/2014/main" id="{D646DADC-C029-A8C3-C405-C4E0EE250ED9}"/>
              </a:ext>
            </a:extLst>
          </p:cNvPr>
          <p:cNvSpPr>
            <a:spLocks noGrp="1"/>
          </p:cNvSpPr>
          <p:nvPr>
            <p:ph idx="1"/>
          </p:nvPr>
        </p:nvSpPr>
        <p:spPr/>
        <p:txBody>
          <a:bodyPr rtlCol="0">
            <a:normAutofit fontScale="92500" lnSpcReduction="20000"/>
          </a:bodyPr>
          <a:lstStyle/>
          <a:p>
            <a:pPr marL="457200" indent="-457200" eaLnBrk="1" fontAlgn="auto" hangingPunct="1">
              <a:spcAft>
                <a:spcPts val="0"/>
              </a:spcAft>
              <a:defRPr/>
            </a:pPr>
            <a:r>
              <a:rPr lang="en-US" dirty="0"/>
              <a:t>Dynamic Random Access Memory (DRAM): </a:t>
            </a:r>
          </a:p>
          <a:p>
            <a:pPr marL="457200" indent="-457200" eaLnBrk="1" fontAlgn="auto" hangingPunct="1">
              <a:spcAft>
                <a:spcPts val="0"/>
              </a:spcAft>
              <a:buFont typeface="Wingdings" panose="05000000000000000000" pitchFamily="2" charset="2"/>
              <a:buNone/>
              <a:defRPr/>
            </a:pPr>
            <a:r>
              <a:rPr lang="en-US" dirty="0"/>
              <a:t>     This type RAM retain the content of any location only for a few milliseconds. Within that period, each location must be written again with the same contents. This is known as refreshing.</a:t>
            </a:r>
          </a:p>
          <a:p>
            <a:pPr marL="457200" indent="-457200" eaLnBrk="1" fontAlgn="auto" hangingPunct="1">
              <a:spcAft>
                <a:spcPts val="0"/>
              </a:spcAft>
              <a:buFont typeface="Wingdings" panose="05000000000000000000" pitchFamily="2" charset="2"/>
              <a:buNone/>
              <a:defRPr/>
            </a:pPr>
            <a:endParaRPr lang="en-US" dirty="0"/>
          </a:p>
          <a:p>
            <a:pPr eaLnBrk="1" fontAlgn="auto" hangingPunct="1">
              <a:spcAft>
                <a:spcPts val="0"/>
              </a:spcAft>
              <a:defRPr/>
            </a:pPr>
            <a:r>
              <a:rPr lang="en-US" dirty="0"/>
              <a:t> Static Random Access Memory (SRAM):</a:t>
            </a:r>
          </a:p>
          <a:p>
            <a:pPr eaLnBrk="1" fontAlgn="auto" hangingPunct="1">
              <a:spcAft>
                <a:spcPts val="0"/>
              </a:spcAft>
              <a:buFont typeface="Wingdings" panose="05000000000000000000" pitchFamily="2" charset="2"/>
              <a:buNone/>
              <a:defRPr/>
            </a:pPr>
            <a:r>
              <a:rPr lang="en-US" dirty="0"/>
              <a:t>   This type of RAM preserves the contents of all the locations as long as the power supply is present. SRAM is generally included in a computer system by the name of cache.</a:t>
            </a:r>
          </a:p>
          <a:p>
            <a:pPr eaLnBrk="1" fontAlgn="auto" hangingPunct="1">
              <a:spcAft>
                <a:spcPts val="0"/>
              </a:spcAft>
              <a:defRPr/>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A594-AFCD-AEAE-49D2-AA82E79E6FDA}"/>
              </a:ext>
            </a:extLst>
          </p:cNvPr>
          <p:cNvSpPr>
            <a:spLocks noGrp="1"/>
          </p:cNvSpPr>
          <p:nvPr>
            <p:ph type="title"/>
          </p:nvPr>
        </p:nvSpPr>
        <p:spPr/>
        <p:txBody>
          <a:bodyPr/>
          <a:lstStyle/>
          <a:p>
            <a:pPr eaLnBrk="1" fontAlgn="auto" hangingPunct="1">
              <a:spcAft>
                <a:spcPts val="0"/>
              </a:spcAft>
              <a:defRPr/>
            </a:pPr>
            <a:r>
              <a:rPr lang="en-US" dirty="0"/>
              <a:t>Read Only Memory (ROM)</a:t>
            </a:r>
          </a:p>
        </p:txBody>
      </p:sp>
      <p:sp>
        <p:nvSpPr>
          <p:cNvPr id="47107" name="Content Placeholder 2">
            <a:extLst>
              <a:ext uri="{FF2B5EF4-FFF2-40B4-BE49-F238E27FC236}">
                <a16:creationId xmlns:a16="http://schemas.microsoft.com/office/drawing/2014/main" id="{0339E85E-000F-DCEB-2003-915A6D5EF3A0}"/>
              </a:ext>
            </a:extLst>
          </p:cNvPr>
          <p:cNvSpPr>
            <a:spLocks noGrp="1" noChangeArrowheads="1"/>
          </p:cNvSpPr>
          <p:nvPr>
            <p:ph idx="1"/>
          </p:nvPr>
        </p:nvSpPr>
        <p:spPr/>
        <p:txBody>
          <a:bodyPr/>
          <a:lstStyle/>
          <a:p>
            <a:pPr eaLnBrk="1" hangingPunct="1"/>
            <a:r>
              <a:rPr lang="en-US" altLang="en-US"/>
              <a:t>Data stored in ROM cannot be modified, or can be modified only slowly or with difficulty, so it is mainly used to distribute.</a:t>
            </a:r>
          </a:p>
          <a:p>
            <a:pPr eaLnBrk="1" hangingPunct="1"/>
            <a:r>
              <a:rPr lang="en-US" altLang="en-US"/>
              <a:t>The instructions in ROM are built into the electronic circuits of the chip which is called firmware.</a:t>
            </a:r>
          </a:p>
          <a:p>
            <a:pPr eaLnBrk="1" hangingPunct="1"/>
            <a:r>
              <a:rPr lang="en-US" altLang="en-US"/>
              <a:t>Random access in nature and non-volatile.</a:t>
            </a:r>
          </a:p>
          <a:p>
            <a:pPr eaLnBrk="1" hangingPunct="1">
              <a:buFont typeface="Wingdings" panose="05000000000000000000" pitchFamily="2" charset="2"/>
              <a:buNone/>
            </a:pP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6013-B16B-52C7-9F77-4461E4102448}"/>
              </a:ext>
            </a:extLst>
          </p:cNvPr>
          <p:cNvSpPr>
            <a:spLocks noGrp="1"/>
          </p:cNvSpPr>
          <p:nvPr>
            <p:ph type="title"/>
          </p:nvPr>
        </p:nvSpPr>
        <p:spPr/>
        <p:txBody>
          <a:bodyPr/>
          <a:lstStyle/>
          <a:p>
            <a:pPr eaLnBrk="1" fontAlgn="auto" hangingPunct="1">
              <a:spcAft>
                <a:spcPts val="0"/>
              </a:spcAft>
              <a:defRPr/>
            </a:pPr>
            <a:r>
              <a:rPr lang="en-US" dirty="0"/>
              <a:t>Types of ROM</a:t>
            </a:r>
          </a:p>
        </p:txBody>
      </p:sp>
      <p:sp>
        <p:nvSpPr>
          <p:cNvPr id="44035" name="Content Placeholder 2">
            <a:extLst>
              <a:ext uri="{FF2B5EF4-FFF2-40B4-BE49-F238E27FC236}">
                <a16:creationId xmlns:a16="http://schemas.microsoft.com/office/drawing/2014/main" id="{9D957F0D-008D-1147-C903-AC6CFEAE00FA}"/>
              </a:ext>
            </a:extLst>
          </p:cNvPr>
          <p:cNvSpPr>
            <a:spLocks noGrp="1"/>
          </p:cNvSpPr>
          <p:nvPr>
            <p:ph idx="1"/>
          </p:nvPr>
        </p:nvSpPr>
        <p:spPr/>
        <p:txBody>
          <a:bodyPr rtlCol="0">
            <a:normAutofit/>
          </a:bodyPr>
          <a:lstStyle/>
          <a:p>
            <a:pPr eaLnBrk="1" fontAlgn="auto" hangingPunct="1">
              <a:spcAft>
                <a:spcPts val="0"/>
              </a:spcAft>
              <a:defRPr/>
            </a:pPr>
            <a:r>
              <a:rPr lang="en-US" altLang="en-US" sz="2200"/>
              <a:t>Programmable read-only memory (PROM), or one-time programmable ROM can be written to or programmed via a special device called a PROM programmer.</a:t>
            </a:r>
          </a:p>
          <a:p>
            <a:pPr eaLnBrk="1" fontAlgn="auto" hangingPunct="1">
              <a:spcAft>
                <a:spcPts val="0"/>
              </a:spcAft>
              <a:defRPr/>
            </a:pPr>
            <a:r>
              <a:rPr lang="en-US" altLang="en-US" sz="2200"/>
              <a:t>Erasable programmable read-only memory (EPROM) can be erased by exposure to strong ultraviolet light then rewritten with a process that again needs higher than usual voltage applied.</a:t>
            </a:r>
          </a:p>
          <a:p>
            <a:pPr eaLnBrk="1" fontAlgn="auto" hangingPunct="1">
              <a:spcAft>
                <a:spcPts val="0"/>
              </a:spcAft>
              <a:defRPr/>
            </a:pPr>
            <a:r>
              <a:rPr lang="en-US" altLang="en-US" sz="2200"/>
              <a:t>Electrically erasable programmable read-only memory (EEPROM) is based on a similar semiconductor structure to EPROM, but allows its entire contents (or selected banks) to be electrically erased, then rewritten electrically, so that they need not be removed from the computer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F18E1-0047-EFFC-AE2B-8DBCEDEF3B75}"/>
              </a:ext>
            </a:extLst>
          </p:cNvPr>
          <p:cNvSpPr>
            <a:spLocks noGrp="1"/>
          </p:cNvSpPr>
          <p:nvPr>
            <p:ph type="title"/>
          </p:nvPr>
        </p:nvSpPr>
        <p:spPr/>
        <p:txBody>
          <a:bodyPr/>
          <a:lstStyle/>
          <a:p>
            <a:pPr eaLnBrk="1" fontAlgn="auto" hangingPunct="1">
              <a:spcAft>
                <a:spcPts val="0"/>
              </a:spcAft>
              <a:defRPr/>
            </a:pPr>
            <a:r>
              <a:rPr lang="en-US" dirty="0"/>
              <a:t>Flash Memory</a:t>
            </a:r>
          </a:p>
        </p:txBody>
      </p:sp>
      <p:sp>
        <p:nvSpPr>
          <p:cNvPr id="49155" name="Content Placeholder 2">
            <a:extLst>
              <a:ext uri="{FF2B5EF4-FFF2-40B4-BE49-F238E27FC236}">
                <a16:creationId xmlns:a16="http://schemas.microsoft.com/office/drawing/2014/main" id="{4E8F8BFD-3A1F-E0B5-A75D-2DEEE44F4EEA}"/>
              </a:ext>
            </a:extLst>
          </p:cNvPr>
          <p:cNvSpPr>
            <a:spLocks noGrp="1" noChangeArrowheads="1"/>
          </p:cNvSpPr>
          <p:nvPr>
            <p:ph idx="1"/>
          </p:nvPr>
        </p:nvSpPr>
        <p:spPr/>
        <p:txBody>
          <a:bodyPr>
            <a:normAutofit lnSpcReduction="10000"/>
          </a:bodyPr>
          <a:lstStyle/>
          <a:p>
            <a:pPr eaLnBrk="1" hangingPunct="1"/>
            <a:r>
              <a:rPr lang="en-US" altLang="en-US"/>
              <a:t>Modern type of EEPROM invented in 1984.</a:t>
            </a:r>
          </a:p>
          <a:p>
            <a:pPr eaLnBrk="1" hangingPunct="1"/>
            <a:r>
              <a:rPr lang="en-US" altLang="en-US"/>
              <a:t>Random access memories and are non-volatile.</a:t>
            </a:r>
          </a:p>
          <a:p>
            <a:pPr eaLnBrk="1" hangingPunct="1"/>
            <a:r>
              <a:rPr lang="en-US" altLang="en-US"/>
              <a:t>Use one transistor per memory cell and come in capacities ranging from 1 MB to 32 GB by the year 2007.</a:t>
            </a:r>
          </a:p>
          <a:p>
            <a:pPr eaLnBrk="1" hangingPunct="1"/>
            <a:r>
              <a:rPr lang="en-US" altLang="en-US"/>
              <a:t>The read time is much smaller (tens of nanoseconds) compared write time (tens of microseconds).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4037-96C6-5C7A-D3FF-0E4F78E188AF}"/>
              </a:ext>
            </a:extLst>
          </p:cNvPr>
          <p:cNvSpPr>
            <a:spLocks noGrp="1"/>
          </p:cNvSpPr>
          <p:nvPr>
            <p:ph type="title"/>
          </p:nvPr>
        </p:nvSpPr>
        <p:spPr/>
        <p:txBody>
          <a:bodyPr>
            <a:normAutofit fontScale="90000"/>
          </a:bodyPr>
          <a:lstStyle/>
          <a:p>
            <a:pPr eaLnBrk="1" fontAlgn="auto" hangingPunct="1">
              <a:spcAft>
                <a:spcPts val="0"/>
              </a:spcAft>
              <a:defRPr/>
            </a:pPr>
            <a:r>
              <a:rPr lang="en-US" dirty="0"/>
              <a:t>Varieties of Semiconductor Random Access Memories</a:t>
            </a:r>
          </a:p>
        </p:txBody>
      </p:sp>
      <p:cxnSp>
        <p:nvCxnSpPr>
          <p:cNvPr id="5" name="Straight Connector 4">
            <a:extLst>
              <a:ext uri="{FF2B5EF4-FFF2-40B4-BE49-F238E27FC236}">
                <a16:creationId xmlns:a16="http://schemas.microsoft.com/office/drawing/2014/main" id="{DE6057F0-9527-C46B-E3A5-29CE108A5B0D}"/>
              </a:ext>
            </a:extLst>
          </p:cNvPr>
          <p:cNvCxnSpPr/>
          <p:nvPr/>
        </p:nvCxnSpPr>
        <p:spPr>
          <a:xfrm>
            <a:off x="1447800" y="1752600"/>
            <a:ext cx="5410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156A82-A76C-B948-C19A-CE025A5E8B1F}"/>
              </a:ext>
            </a:extLst>
          </p:cNvPr>
          <p:cNvCxnSpPr/>
          <p:nvPr/>
        </p:nvCxnSpPr>
        <p:spPr>
          <a:xfrm rot="5400000">
            <a:off x="1182688" y="2017712"/>
            <a:ext cx="5334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17941D2-7DBD-63E1-FFDF-A297D1AFE2C5}"/>
              </a:ext>
            </a:extLst>
          </p:cNvPr>
          <p:cNvCxnSpPr/>
          <p:nvPr/>
        </p:nvCxnSpPr>
        <p:spPr>
          <a:xfrm rot="5400000">
            <a:off x="6592094" y="2018506"/>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0182" name="TextBox 5">
            <a:extLst>
              <a:ext uri="{FF2B5EF4-FFF2-40B4-BE49-F238E27FC236}">
                <a16:creationId xmlns:a16="http://schemas.microsoft.com/office/drawing/2014/main" id="{4BC9F34D-D9BF-C1D8-FCE9-609E50A3D22F}"/>
              </a:ext>
            </a:extLst>
          </p:cNvPr>
          <p:cNvSpPr txBox="1">
            <a:spLocks noChangeArrowheads="1"/>
          </p:cNvSpPr>
          <p:nvPr/>
        </p:nvSpPr>
        <p:spPr bwMode="auto">
          <a:xfrm>
            <a:off x="838200" y="2286000"/>
            <a:ext cx="198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Main memory of computers</a:t>
            </a:r>
          </a:p>
        </p:txBody>
      </p:sp>
      <p:sp>
        <p:nvSpPr>
          <p:cNvPr id="50183" name="TextBox 6">
            <a:extLst>
              <a:ext uri="{FF2B5EF4-FFF2-40B4-BE49-F238E27FC236}">
                <a16:creationId xmlns:a16="http://schemas.microsoft.com/office/drawing/2014/main" id="{8A1568DE-DEBC-975E-AD03-86F91D75C12F}"/>
              </a:ext>
            </a:extLst>
          </p:cNvPr>
          <p:cNvSpPr txBox="1">
            <a:spLocks noChangeArrowheads="1"/>
          </p:cNvSpPr>
          <p:nvPr/>
        </p:nvSpPr>
        <p:spPr bwMode="auto">
          <a:xfrm>
            <a:off x="5943600" y="2286000"/>
            <a:ext cx="198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Read Only Memory (ROM)</a:t>
            </a:r>
          </a:p>
        </p:txBody>
      </p:sp>
      <p:cxnSp>
        <p:nvCxnSpPr>
          <p:cNvPr id="11" name="Straight Connector 10">
            <a:extLst>
              <a:ext uri="{FF2B5EF4-FFF2-40B4-BE49-F238E27FC236}">
                <a16:creationId xmlns:a16="http://schemas.microsoft.com/office/drawing/2014/main" id="{C86B6AD4-37D8-40F7-A610-AA7F15E549D8}"/>
              </a:ext>
            </a:extLst>
          </p:cNvPr>
          <p:cNvCxnSpPr/>
          <p:nvPr/>
        </p:nvCxnSpPr>
        <p:spPr>
          <a:xfrm rot="5400000">
            <a:off x="1245394" y="3021806"/>
            <a:ext cx="406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928A85-5E11-7789-EDEB-06A102465886}"/>
              </a:ext>
            </a:extLst>
          </p:cNvPr>
          <p:cNvCxnSpPr/>
          <p:nvPr/>
        </p:nvCxnSpPr>
        <p:spPr>
          <a:xfrm>
            <a:off x="4114800" y="3048000"/>
            <a:ext cx="3733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0186" name="TextBox 14">
            <a:extLst>
              <a:ext uri="{FF2B5EF4-FFF2-40B4-BE49-F238E27FC236}">
                <a16:creationId xmlns:a16="http://schemas.microsoft.com/office/drawing/2014/main" id="{5080EC62-8003-B839-7CF9-4234F0FA25D0}"/>
              </a:ext>
            </a:extLst>
          </p:cNvPr>
          <p:cNvSpPr txBox="1">
            <a:spLocks noChangeArrowheads="1"/>
          </p:cNvSpPr>
          <p:nvPr/>
        </p:nvSpPr>
        <p:spPr bwMode="auto">
          <a:xfrm>
            <a:off x="990600" y="3200400"/>
            <a:ext cx="1676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Read/Write memory</a:t>
            </a:r>
          </a:p>
        </p:txBody>
      </p:sp>
      <p:sp>
        <p:nvSpPr>
          <p:cNvPr id="50187" name="TextBox 15">
            <a:extLst>
              <a:ext uri="{FF2B5EF4-FFF2-40B4-BE49-F238E27FC236}">
                <a16:creationId xmlns:a16="http://schemas.microsoft.com/office/drawing/2014/main" id="{77B801AC-286F-DBC6-57F2-D69BA7D6258C}"/>
              </a:ext>
            </a:extLst>
          </p:cNvPr>
          <p:cNvSpPr txBox="1">
            <a:spLocks noChangeArrowheads="1"/>
          </p:cNvSpPr>
          <p:nvPr/>
        </p:nvSpPr>
        <p:spPr bwMode="auto">
          <a:xfrm>
            <a:off x="3581400" y="3429000"/>
            <a:ext cx="1371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Factory Programmed</a:t>
            </a:r>
          </a:p>
        </p:txBody>
      </p:sp>
      <p:sp>
        <p:nvSpPr>
          <p:cNvPr id="50188" name="TextBox 16">
            <a:extLst>
              <a:ext uri="{FF2B5EF4-FFF2-40B4-BE49-F238E27FC236}">
                <a16:creationId xmlns:a16="http://schemas.microsoft.com/office/drawing/2014/main" id="{DFE1E1BE-CA91-ABCC-C476-10EBD7931359}"/>
              </a:ext>
            </a:extLst>
          </p:cNvPr>
          <p:cNvSpPr txBox="1">
            <a:spLocks noChangeArrowheads="1"/>
          </p:cNvSpPr>
          <p:nvPr/>
        </p:nvSpPr>
        <p:spPr bwMode="auto">
          <a:xfrm>
            <a:off x="5334000" y="3429000"/>
            <a:ext cx="1524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User Programmable PROM</a:t>
            </a:r>
          </a:p>
        </p:txBody>
      </p:sp>
      <p:sp>
        <p:nvSpPr>
          <p:cNvPr id="50189" name="TextBox 17">
            <a:extLst>
              <a:ext uri="{FF2B5EF4-FFF2-40B4-BE49-F238E27FC236}">
                <a16:creationId xmlns:a16="http://schemas.microsoft.com/office/drawing/2014/main" id="{CB8F7C50-E594-E279-BB80-A0861BD30A7E}"/>
              </a:ext>
            </a:extLst>
          </p:cNvPr>
          <p:cNvSpPr txBox="1">
            <a:spLocks noChangeArrowheads="1"/>
          </p:cNvSpPr>
          <p:nvPr/>
        </p:nvSpPr>
        <p:spPr bwMode="auto">
          <a:xfrm>
            <a:off x="6858000" y="3505200"/>
            <a:ext cx="1752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Erasable PROM</a:t>
            </a:r>
          </a:p>
        </p:txBody>
      </p:sp>
      <p:sp>
        <p:nvSpPr>
          <p:cNvPr id="50190" name="TextBox 18">
            <a:extLst>
              <a:ext uri="{FF2B5EF4-FFF2-40B4-BE49-F238E27FC236}">
                <a16:creationId xmlns:a16="http://schemas.microsoft.com/office/drawing/2014/main" id="{383FD697-C198-4822-7E50-EDC3ACBBC5B0}"/>
              </a:ext>
            </a:extLst>
          </p:cNvPr>
          <p:cNvSpPr txBox="1">
            <a:spLocks noChangeArrowheads="1"/>
          </p:cNvSpPr>
          <p:nvPr/>
        </p:nvSpPr>
        <p:spPr bwMode="auto">
          <a:xfrm>
            <a:off x="457200" y="41148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SRAM</a:t>
            </a:r>
          </a:p>
        </p:txBody>
      </p:sp>
      <p:sp>
        <p:nvSpPr>
          <p:cNvPr id="50191" name="TextBox 19">
            <a:extLst>
              <a:ext uri="{FF2B5EF4-FFF2-40B4-BE49-F238E27FC236}">
                <a16:creationId xmlns:a16="http://schemas.microsoft.com/office/drawing/2014/main" id="{DDBD4CA5-1DF9-C546-9E26-9A9EF28E413F}"/>
              </a:ext>
            </a:extLst>
          </p:cNvPr>
          <p:cNvSpPr txBox="1">
            <a:spLocks noChangeArrowheads="1"/>
          </p:cNvSpPr>
          <p:nvPr/>
        </p:nvSpPr>
        <p:spPr bwMode="auto">
          <a:xfrm>
            <a:off x="1447800" y="41148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DRAM</a:t>
            </a:r>
          </a:p>
        </p:txBody>
      </p:sp>
      <p:cxnSp>
        <p:nvCxnSpPr>
          <p:cNvPr id="24" name="Straight Connector 23">
            <a:extLst>
              <a:ext uri="{FF2B5EF4-FFF2-40B4-BE49-F238E27FC236}">
                <a16:creationId xmlns:a16="http://schemas.microsoft.com/office/drawing/2014/main" id="{366BBDF9-F129-1C96-ECD3-BEEF915F4A00}"/>
              </a:ext>
            </a:extLst>
          </p:cNvPr>
          <p:cNvCxnSpPr/>
          <p:nvPr/>
        </p:nvCxnSpPr>
        <p:spPr>
          <a:xfrm>
            <a:off x="914400" y="3810000"/>
            <a:ext cx="1066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F6A70B3-C5A6-D7A9-281C-21F598CE19F8}"/>
              </a:ext>
            </a:extLst>
          </p:cNvPr>
          <p:cNvCxnSpPr/>
          <p:nvPr/>
        </p:nvCxnSpPr>
        <p:spPr>
          <a:xfrm rot="5400000">
            <a:off x="762001" y="3962400"/>
            <a:ext cx="3048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5ABD4FF-65AB-6198-363B-0BEEF5AE034C}"/>
              </a:ext>
            </a:extLst>
          </p:cNvPr>
          <p:cNvCxnSpPr/>
          <p:nvPr/>
        </p:nvCxnSpPr>
        <p:spPr>
          <a:xfrm rot="5400000">
            <a:off x="1829594" y="3961606"/>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9B46111-D489-EDAE-2215-024EDD82F4EE}"/>
              </a:ext>
            </a:extLst>
          </p:cNvPr>
          <p:cNvCxnSpPr/>
          <p:nvPr/>
        </p:nvCxnSpPr>
        <p:spPr>
          <a:xfrm rot="5400000">
            <a:off x="7696994" y="3199606"/>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B403A8C-C6CF-499E-5F4F-BF60DD357976}"/>
              </a:ext>
            </a:extLst>
          </p:cNvPr>
          <p:cNvCxnSpPr/>
          <p:nvPr/>
        </p:nvCxnSpPr>
        <p:spPr>
          <a:xfrm rot="5400000">
            <a:off x="5868194" y="3199606"/>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1E0C9D2-6267-4139-14D0-C69B0A7A3352}"/>
              </a:ext>
            </a:extLst>
          </p:cNvPr>
          <p:cNvCxnSpPr/>
          <p:nvPr/>
        </p:nvCxnSpPr>
        <p:spPr>
          <a:xfrm rot="5400000">
            <a:off x="3925094" y="32377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DC4B016-8CB7-23B9-3F43-10F1D266ABDA}"/>
              </a:ext>
            </a:extLst>
          </p:cNvPr>
          <p:cNvCxnSpPr/>
          <p:nvPr/>
        </p:nvCxnSpPr>
        <p:spPr>
          <a:xfrm rot="5400000">
            <a:off x="7544594" y="4266406"/>
            <a:ext cx="762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8E9403A-8962-D5B4-8633-885ADEB892FE}"/>
              </a:ext>
            </a:extLst>
          </p:cNvPr>
          <p:cNvCxnSpPr/>
          <p:nvPr/>
        </p:nvCxnSpPr>
        <p:spPr>
          <a:xfrm rot="5400000">
            <a:off x="5906294" y="43807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528AFE1-1622-E0D0-1605-ADFBA50A26AF}"/>
              </a:ext>
            </a:extLst>
          </p:cNvPr>
          <p:cNvCxnSpPr/>
          <p:nvPr/>
        </p:nvCxnSpPr>
        <p:spPr>
          <a:xfrm rot="5400000">
            <a:off x="4001294" y="4152106"/>
            <a:ext cx="381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0201" name="TextBox 39">
            <a:extLst>
              <a:ext uri="{FF2B5EF4-FFF2-40B4-BE49-F238E27FC236}">
                <a16:creationId xmlns:a16="http://schemas.microsoft.com/office/drawing/2014/main" id="{F1AE3EE8-1B2C-51CE-0DEC-0A71DC632B97}"/>
              </a:ext>
            </a:extLst>
          </p:cNvPr>
          <p:cNvSpPr txBox="1">
            <a:spLocks noChangeArrowheads="1"/>
          </p:cNvSpPr>
          <p:nvPr/>
        </p:nvSpPr>
        <p:spPr bwMode="auto">
          <a:xfrm>
            <a:off x="3505200" y="4343400"/>
            <a:ext cx="1371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Permanent non-erasable</a:t>
            </a:r>
          </a:p>
        </p:txBody>
      </p:sp>
      <p:sp>
        <p:nvSpPr>
          <p:cNvPr id="50202" name="TextBox 40">
            <a:extLst>
              <a:ext uri="{FF2B5EF4-FFF2-40B4-BE49-F238E27FC236}">
                <a16:creationId xmlns:a16="http://schemas.microsoft.com/office/drawing/2014/main" id="{6C9C14B3-E0FE-A73F-96F4-7A8288576695}"/>
              </a:ext>
            </a:extLst>
          </p:cNvPr>
          <p:cNvSpPr txBox="1">
            <a:spLocks noChangeArrowheads="1"/>
          </p:cNvSpPr>
          <p:nvPr/>
        </p:nvSpPr>
        <p:spPr bwMode="auto">
          <a:xfrm>
            <a:off x="5181600" y="4648200"/>
            <a:ext cx="1600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(Non-erasable)</a:t>
            </a:r>
          </a:p>
        </p:txBody>
      </p:sp>
      <p:sp>
        <p:nvSpPr>
          <p:cNvPr id="50203" name="TextBox 41">
            <a:extLst>
              <a:ext uri="{FF2B5EF4-FFF2-40B4-BE49-F238E27FC236}">
                <a16:creationId xmlns:a16="http://schemas.microsoft.com/office/drawing/2014/main" id="{7C2D588A-3A80-ECE4-D733-6B6F26006247}"/>
              </a:ext>
            </a:extLst>
          </p:cNvPr>
          <p:cNvSpPr txBox="1">
            <a:spLocks noChangeArrowheads="1"/>
          </p:cNvSpPr>
          <p:nvPr/>
        </p:nvSpPr>
        <p:spPr bwMode="auto">
          <a:xfrm>
            <a:off x="6400800" y="49530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UVEPROM</a:t>
            </a:r>
          </a:p>
        </p:txBody>
      </p:sp>
      <p:sp>
        <p:nvSpPr>
          <p:cNvPr id="50204" name="TextBox 42">
            <a:extLst>
              <a:ext uri="{FF2B5EF4-FFF2-40B4-BE49-F238E27FC236}">
                <a16:creationId xmlns:a16="http://schemas.microsoft.com/office/drawing/2014/main" id="{84856721-668A-F76A-EB1F-04814A17E4EE}"/>
              </a:ext>
            </a:extLst>
          </p:cNvPr>
          <p:cNvSpPr txBox="1">
            <a:spLocks noChangeArrowheads="1"/>
          </p:cNvSpPr>
          <p:nvPr/>
        </p:nvSpPr>
        <p:spPr bwMode="auto">
          <a:xfrm>
            <a:off x="7620000" y="4953000"/>
            <a:ext cx="106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600">
                <a:latin typeface="Arial" panose="020B0604020202020204" pitchFamily="34" charset="0"/>
              </a:rPr>
              <a:t>EEPROM</a:t>
            </a:r>
          </a:p>
        </p:txBody>
      </p:sp>
      <p:cxnSp>
        <p:nvCxnSpPr>
          <p:cNvPr id="46" name="Straight Connector 45">
            <a:extLst>
              <a:ext uri="{FF2B5EF4-FFF2-40B4-BE49-F238E27FC236}">
                <a16:creationId xmlns:a16="http://schemas.microsoft.com/office/drawing/2014/main" id="{6A815743-38DB-C318-7648-11F143A49397}"/>
              </a:ext>
            </a:extLst>
          </p:cNvPr>
          <p:cNvCxnSpPr/>
          <p:nvPr/>
        </p:nvCxnSpPr>
        <p:spPr>
          <a:xfrm>
            <a:off x="7086600" y="4648200"/>
            <a:ext cx="1219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84EE4E1-C1DA-679E-5349-6AAF9075A59D}"/>
              </a:ext>
            </a:extLst>
          </p:cNvPr>
          <p:cNvCxnSpPr/>
          <p:nvPr/>
        </p:nvCxnSpPr>
        <p:spPr>
          <a:xfrm rot="5400000">
            <a:off x="8192294" y="4761706"/>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ACBDEB6-4103-1561-EF05-5BC795095988}"/>
              </a:ext>
            </a:extLst>
          </p:cNvPr>
          <p:cNvCxnSpPr/>
          <p:nvPr/>
        </p:nvCxnSpPr>
        <p:spPr>
          <a:xfrm rot="5400000">
            <a:off x="6934201" y="4800600"/>
            <a:ext cx="304800" cy="317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4EFD-136D-1BB4-C981-6295AE82FB04}"/>
              </a:ext>
            </a:extLst>
          </p:cNvPr>
          <p:cNvSpPr>
            <a:spLocks noGrp="1"/>
          </p:cNvSpPr>
          <p:nvPr>
            <p:ph type="title"/>
          </p:nvPr>
        </p:nvSpPr>
        <p:spPr/>
        <p:txBody>
          <a:bodyPr/>
          <a:lstStyle/>
          <a:p>
            <a:pPr eaLnBrk="1" fontAlgn="auto" hangingPunct="1">
              <a:spcAft>
                <a:spcPts val="0"/>
              </a:spcAft>
              <a:defRPr/>
            </a:pPr>
            <a:r>
              <a:rPr lang="en-US" dirty="0"/>
              <a:t>Cache Memory</a:t>
            </a:r>
          </a:p>
        </p:txBody>
      </p:sp>
      <p:sp>
        <p:nvSpPr>
          <p:cNvPr id="51203" name="Content Placeholder 2">
            <a:extLst>
              <a:ext uri="{FF2B5EF4-FFF2-40B4-BE49-F238E27FC236}">
                <a16:creationId xmlns:a16="http://schemas.microsoft.com/office/drawing/2014/main" id="{55CD119A-7477-6F4B-1168-C2DEBB8A2169}"/>
              </a:ext>
            </a:extLst>
          </p:cNvPr>
          <p:cNvSpPr>
            <a:spLocks noGrp="1" noChangeArrowheads="1"/>
          </p:cNvSpPr>
          <p:nvPr>
            <p:ph idx="1"/>
          </p:nvPr>
        </p:nvSpPr>
        <p:spPr/>
        <p:txBody>
          <a:bodyPr>
            <a:normAutofit fontScale="92500" lnSpcReduction="10000"/>
          </a:bodyPr>
          <a:lstStyle/>
          <a:p>
            <a:pPr eaLnBrk="1" hangingPunct="1"/>
            <a:r>
              <a:rPr lang="en-US" altLang="en-US"/>
              <a:t>High speed memory kept in between processor and RAM to increase the data execution speed.</a:t>
            </a:r>
          </a:p>
          <a:p>
            <a:pPr eaLnBrk="1" hangingPunct="1"/>
            <a:r>
              <a:rPr lang="en-US" altLang="en-US"/>
              <a:t>Kept near to the processor.</a:t>
            </a:r>
          </a:p>
          <a:p>
            <a:pPr eaLnBrk="1" hangingPunct="1"/>
            <a:r>
              <a:rPr lang="en-US" altLang="en-US"/>
              <a:t>Major reason for incorporating cache in the system is that the CPU is much faster than the DRAM and needs a place to store information that can be accessed quickly.</a:t>
            </a:r>
          </a:p>
          <a:p>
            <a:pPr eaLnBrk="1" hangingPunct="1"/>
            <a:r>
              <a:rPr lang="en-US" altLang="en-US"/>
              <a:t>Cache fetches the frequently used data from the DRAM and buffers (stores) it for further processor usage.</a:t>
            </a:r>
          </a:p>
          <a:p>
            <a:pPr eaLnBrk="1" hangingPunct="1"/>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719DC-E2E0-49DC-197B-A4F2423CA088}"/>
              </a:ext>
            </a:extLst>
          </p:cNvPr>
          <p:cNvSpPr>
            <a:spLocks noGrp="1"/>
          </p:cNvSpPr>
          <p:nvPr>
            <p:ph type="title"/>
          </p:nvPr>
        </p:nvSpPr>
        <p:spPr/>
        <p:txBody>
          <a:bodyPr/>
          <a:lstStyle/>
          <a:p>
            <a:pPr eaLnBrk="1" fontAlgn="auto" hangingPunct="1">
              <a:spcAft>
                <a:spcPts val="0"/>
              </a:spcAft>
              <a:defRPr/>
            </a:pPr>
            <a:r>
              <a:rPr lang="en-US" dirty="0"/>
              <a:t>Cache Memory</a:t>
            </a:r>
          </a:p>
        </p:txBody>
      </p:sp>
      <p:pic>
        <p:nvPicPr>
          <p:cNvPr id="52227" name="Picture 2">
            <a:extLst>
              <a:ext uri="{FF2B5EF4-FFF2-40B4-BE49-F238E27FC236}">
                <a16:creationId xmlns:a16="http://schemas.microsoft.com/office/drawing/2014/main" id="{2352A214-2A44-C462-F6B8-B7AE2FE9A6E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981200"/>
            <a:ext cx="7010400" cy="3990975"/>
          </a:xfr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6935-FD6C-B073-7B53-6479CC6911A5}"/>
              </a:ext>
            </a:extLst>
          </p:cNvPr>
          <p:cNvSpPr>
            <a:spLocks noGrp="1"/>
          </p:cNvSpPr>
          <p:nvPr>
            <p:ph type="title"/>
          </p:nvPr>
        </p:nvSpPr>
        <p:spPr/>
        <p:txBody>
          <a:bodyPr/>
          <a:lstStyle/>
          <a:p>
            <a:pPr eaLnBrk="1" fontAlgn="auto" hangingPunct="1">
              <a:spcAft>
                <a:spcPts val="0"/>
              </a:spcAft>
              <a:defRPr/>
            </a:pPr>
            <a:r>
              <a:rPr lang="en-US" dirty="0"/>
              <a:t>Different Levels of Cache</a:t>
            </a:r>
          </a:p>
        </p:txBody>
      </p:sp>
      <p:sp>
        <p:nvSpPr>
          <p:cNvPr id="49155" name="Content Placeholder 2">
            <a:extLst>
              <a:ext uri="{FF2B5EF4-FFF2-40B4-BE49-F238E27FC236}">
                <a16:creationId xmlns:a16="http://schemas.microsoft.com/office/drawing/2014/main" id="{66F3DF47-0F75-32F0-53E5-6DFB5E847EEC}"/>
              </a:ext>
            </a:extLst>
          </p:cNvPr>
          <p:cNvSpPr>
            <a:spLocks noGrp="1"/>
          </p:cNvSpPr>
          <p:nvPr>
            <p:ph idx="1"/>
          </p:nvPr>
        </p:nvSpPr>
        <p:spPr/>
        <p:txBody>
          <a:bodyPr rtlCol="0">
            <a:normAutofit fontScale="92500" lnSpcReduction="20000"/>
          </a:bodyPr>
          <a:lstStyle/>
          <a:p>
            <a:pPr eaLnBrk="1" fontAlgn="auto" hangingPunct="1">
              <a:spcAft>
                <a:spcPts val="0"/>
              </a:spcAft>
              <a:defRPr/>
            </a:pPr>
            <a:r>
              <a:rPr lang="en-US" altLang="en-US"/>
              <a:t>L1-cache is the fastest cache and it usually comes within the processor chip itself. L1 cache typically ranges in size from 8KB to 64KB and uses the high-speed SRAM instead of the slower and cheaper DRAM used for main memory.</a:t>
            </a:r>
          </a:p>
          <a:p>
            <a:pPr eaLnBrk="1" fontAlgn="auto" hangingPunct="1">
              <a:spcAft>
                <a:spcPts val="0"/>
              </a:spcAft>
              <a:defRPr/>
            </a:pPr>
            <a:r>
              <a:rPr lang="en-US" altLang="en-US"/>
              <a:t>L2 cache comes between L1 and RAM and is bigger than the primary cache.</a:t>
            </a:r>
          </a:p>
          <a:p>
            <a:pPr eaLnBrk="1" fontAlgn="auto" hangingPunct="1">
              <a:spcAft>
                <a:spcPts val="0"/>
              </a:spcAft>
              <a:defRPr/>
            </a:pPr>
            <a:r>
              <a:rPr lang="en-US" altLang="en-US"/>
              <a:t>L3 cache is not found nowadays as its function is replaced by L2 cache. L3 caches are found on the motherboard rather than the processor. It is kept between RAM and L2 cache.</a:t>
            </a:r>
          </a:p>
          <a:p>
            <a:pPr eaLnBrk="1" fontAlgn="auto" hangingPunct="1">
              <a:spcAft>
                <a:spcPts val="0"/>
              </a:spcAft>
              <a:defRPr/>
            </a:pP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E5621-E78E-51B3-2B89-4BEB6E1DCC13}"/>
              </a:ext>
            </a:extLst>
          </p:cNvPr>
          <p:cNvSpPr>
            <a:spLocks noGrp="1"/>
          </p:cNvSpPr>
          <p:nvPr>
            <p:ph type="title"/>
          </p:nvPr>
        </p:nvSpPr>
        <p:spPr/>
        <p:txBody>
          <a:bodyPr/>
          <a:lstStyle/>
          <a:p>
            <a:pPr eaLnBrk="1" fontAlgn="auto" hangingPunct="1">
              <a:spcAft>
                <a:spcPts val="0"/>
              </a:spcAft>
              <a:defRPr/>
            </a:pPr>
            <a:r>
              <a:rPr lang="en-US" dirty="0"/>
              <a:t>Processor Speed</a:t>
            </a:r>
          </a:p>
        </p:txBody>
      </p:sp>
      <p:sp>
        <p:nvSpPr>
          <p:cNvPr id="50179" name="Content Placeholder 2">
            <a:extLst>
              <a:ext uri="{FF2B5EF4-FFF2-40B4-BE49-F238E27FC236}">
                <a16:creationId xmlns:a16="http://schemas.microsoft.com/office/drawing/2014/main" id="{43679AD5-0067-FC99-79C8-EB714FB05DA8}"/>
              </a:ext>
            </a:extLst>
          </p:cNvPr>
          <p:cNvSpPr>
            <a:spLocks noGrp="1"/>
          </p:cNvSpPr>
          <p:nvPr>
            <p:ph idx="1"/>
          </p:nvPr>
        </p:nvSpPr>
        <p:spPr/>
        <p:txBody>
          <a:bodyPr rtlCol="0">
            <a:normAutofit fontScale="92500" lnSpcReduction="20000"/>
          </a:bodyPr>
          <a:lstStyle/>
          <a:p>
            <a:pPr eaLnBrk="1" fontAlgn="auto" hangingPunct="1">
              <a:spcAft>
                <a:spcPts val="0"/>
              </a:spcAft>
              <a:defRPr/>
            </a:pPr>
            <a:r>
              <a:rPr lang="en-US" altLang="en-US"/>
              <a:t>Speed of a computer system is determined by several factors, clock speed of the processor and the speed and size of the data bus.</a:t>
            </a:r>
          </a:p>
          <a:p>
            <a:pPr eaLnBrk="1" fontAlgn="auto" hangingPunct="1">
              <a:spcAft>
                <a:spcPts val="0"/>
              </a:spcAft>
              <a:defRPr/>
            </a:pPr>
            <a:r>
              <a:rPr lang="en-US" altLang="en-US"/>
              <a:t>Clock speed is the rate at which the processor processes information and this is measured in millions of cycles per second(Megahertz) </a:t>
            </a:r>
          </a:p>
          <a:p>
            <a:pPr eaLnBrk="1" fontAlgn="auto" hangingPunct="1">
              <a:spcAft>
                <a:spcPts val="0"/>
              </a:spcAft>
              <a:defRPr/>
            </a:pPr>
            <a:r>
              <a:rPr lang="en-US" altLang="en-US"/>
              <a:t>The more the number of hertz, the faster is the processing speed</a:t>
            </a:r>
          </a:p>
          <a:p>
            <a:pPr eaLnBrk="1" fontAlgn="auto" hangingPunct="1">
              <a:spcAft>
                <a:spcPts val="0"/>
              </a:spcAft>
              <a:defRPr/>
            </a:pPr>
            <a:r>
              <a:rPr lang="en-US" altLang="en-US"/>
              <a:t>The larger the bus width and the faster the bus speed, the greater the amount of data can travel on it in a given amount of time.</a:t>
            </a:r>
          </a:p>
          <a:p>
            <a:pPr eaLnBrk="1" fontAlgn="auto" hangingPunct="1">
              <a:spcAft>
                <a:spcPts val="0"/>
              </a:spcAft>
              <a:defRPr/>
            </a:pPr>
            <a:endParaRPr lang="en-US" altLang="en-US"/>
          </a:p>
          <a:p>
            <a:pPr eaLnBrk="1" fontAlgn="auto" hangingPunct="1">
              <a:spcAft>
                <a:spcPts val="0"/>
              </a:spcAft>
              <a:defRPr/>
            </a:pPr>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ABC9C-656C-E07C-76A2-50BFC1AC5C94}"/>
              </a:ext>
            </a:extLst>
          </p:cNvPr>
          <p:cNvSpPr>
            <a:spLocks noGrp="1"/>
          </p:cNvSpPr>
          <p:nvPr>
            <p:ph type="title"/>
          </p:nvPr>
        </p:nvSpPr>
        <p:spPr/>
        <p:txBody>
          <a:bodyPr/>
          <a:lstStyle/>
          <a:p>
            <a:pPr eaLnBrk="1" fontAlgn="auto" hangingPunct="1">
              <a:spcAft>
                <a:spcPts val="0"/>
              </a:spcAft>
              <a:defRPr/>
            </a:pPr>
            <a:r>
              <a:rPr lang="en-US" dirty="0"/>
              <a:t>Input Devices</a:t>
            </a:r>
          </a:p>
        </p:txBody>
      </p:sp>
      <p:sp>
        <p:nvSpPr>
          <p:cNvPr id="55299" name="Content Placeholder 2">
            <a:extLst>
              <a:ext uri="{FF2B5EF4-FFF2-40B4-BE49-F238E27FC236}">
                <a16:creationId xmlns:a16="http://schemas.microsoft.com/office/drawing/2014/main" id="{5A580FD0-400B-2963-2FC2-53676D2A68A1}"/>
              </a:ext>
            </a:extLst>
          </p:cNvPr>
          <p:cNvSpPr>
            <a:spLocks noGrp="1" noChangeArrowheads="1"/>
          </p:cNvSpPr>
          <p:nvPr>
            <p:ph idx="1"/>
          </p:nvPr>
        </p:nvSpPr>
        <p:spPr/>
        <p:txBody>
          <a:bodyPr/>
          <a:lstStyle/>
          <a:p>
            <a:pPr eaLnBrk="1" hangingPunct="1"/>
            <a:r>
              <a:rPr lang="en-US" altLang="en-US"/>
              <a:t>Any peripheral used to provide data and control signals to an information processing system such as a computer or other information appliance.</a:t>
            </a:r>
          </a:p>
          <a:p>
            <a:pPr eaLnBrk="1" hangingPunct="1"/>
            <a:r>
              <a:rPr lang="en-US" altLang="en-US"/>
              <a:t>Common input devices: Keyboard, Mouse</a:t>
            </a:r>
          </a:p>
          <a:p>
            <a:pPr eaLnBrk="1" hangingPunct="1"/>
            <a:r>
              <a:rPr lang="en-US" altLang="en-US"/>
              <a:t>Other devices: microphone, digital camera, scanner.</a:t>
            </a:r>
          </a:p>
          <a:p>
            <a:pPr eaLnBrk="1" hangingPunct="1"/>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215BA-F1C3-07F3-9FD6-70F40E842733}"/>
              </a:ext>
            </a:extLst>
          </p:cNvPr>
          <p:cNvSpPr>
            <a:spLocks noGrp="1"/>
          </p:cNvSpPr>
          <p:nvPr>
            <p:ph type="title"/>
          </p:nvPr>
        </p:nvSpPr>
        <p:spPr/>
        <p:txBody>
          <a:bodyPr/>
          <a:lstStyle/>
          <a:p>
            <a:pPr eaLnBrk="1" fontAlgn="auto" hangingPunct="1">
              <a:spcAft>
                <a:spcPts val="0"/>
              </a:spcAft>
              <a:defRPr/>
            </a:pPr>
            <a:r>
              <a:rPr lang="en-US" dirty="0"/>
              <a:t>Output Devices</a:t>
            </a:r>
          </a:p>
        </p:txBody>
      </p:sp>
      <p:sp>
        <p:nvSpPr>
          <p:cNvPr id="56323" name="Content Placeholder 2">
            <a:extLst>
              <a:ext uri="{FF2B5EF4-FFF2-40B4-BE49-F238E27FC236}">
                <a16:creationId xmlns:a16="http://schemas.microsoft.com/office/drawing/2014/main" id="{E14C7F11-776C-EBFA-DCC1-E425D06974B8}"/>
              </a:ext>
            </a:extLst>
          </p:cNvPr>
          <p:cNvSpPr>
            <a:spLocks noGrp="1" noChangeArrowheads="1"/>
          </p:cNvSpPr>
          <p:nvPr>
            <p:ph idx="1"/>
          </p:nvPr>
        </p:nvSpPr>
        <p:spPr/>
        <p:txBody>
          <a:bodyPr/>
          <a:lstStyle/>
          <a:p>
            <a:pPr eaLnBrk="1" hangingPunct="1"/>
            <a:r>
              <a:rPr lang="en-US" altLang="en-US"/>
              <a:t>Any piece of computer hardware equipment used to communicate the results of processed data to the user.</a:t>
            </a:r>
          </a:p>
          <a:p>
            <a:pPr eaLnBrk="1" hangingPunct="1"/>
            <a:r>
              <a:rPr lang="en-US" altLang="en-US"/>
              <a:t>Examples: Monitors, Printers, Speakers, etc.</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781B8-310A-0A20-EA06-796D45D8C00B}"/>
              </a:ext>
            </a:extLst>
          </p:cNvPr>
          <p:cNvSpPr>
            <a:spLocks noGrp="1"/>
          </p:cNvSpPr>
          <p:nvPr>
            <p:ph type="title"/>
          </p:nvPr>
        </p:nvSpPr>
        <p:spPr/>
        <p:txBody>
          <a:bodyPr/>
          <a:lstStyle/>
          <a:p>
            <a:pPr algn="ctr" eaLnBrk="1" fontAlgn="auto" hangingPunct="1">
              <a:spcAft>
                <a:spcPts val="0"/>
              </a:spcAft>
              <a:defRPr/>
            </a:pPr>
            <a:r>
              <a:rPr lang="en-US" dirty="0"/>
              <a:t>Let us </a:t>
            </a:r>
            <a:r>
              <a:rPr lang="en-US" dirty="0" err="1"/>
              <a:t>Summarise</a:t>
            </a:r>
            <a:r>
              <a:rPr lang="en-US" dirty="0"/>
              <a:t>..</a:t>
            </a:r>
          </a:p>
        </p:txBody>
      </p:sp>
      <p:sp>
        <p:nvSpPr>
          <p:cNvPr id="53251" name="Content Placeholder 2">
            <a:extLst>
              <a:ext uri="{FF2B5EF4-FFF2-40B4-BE49-F238E27FC236}">
                <a16:creationId xmlns:a16="http://schemas.microsoft.com/office/drawing/2014/main" id="{DCB6CDD6-5B12-89FB-BD32-3A099B42E036}"/>
              </a:ext>
            </a:extLst>
          </p:cNvPr>
          <p:cNvSpPr>
            <a:spLocks noGrp="1"/>
          </p:cNvSpPr>
          <p:nvPr>
            <p:ph idx="1"/>
          </p:nvPr>
        </p:nvSpPr>
        <p:spPr/>
        <p:txBody>
          <a:bodyPr rtlCol="0">
            <a:normAutofit fontScale="85000" lnSpcReduction="10000"/>
          </a:bodyPr>
          <a:lstStyle/>
          <a:p>
            <a:pPr eaLnBrk="1" fontAlgn="auto" hangingPunct="1">
              <a:spcAft>
                <a:spcPts val="0"/>
              </a:spcAft>
              <a:defRPr/>
            </a:pPr>
            <a:r>
              <a:rPr lang="en-US" altLang="en-US" i="1"/>
              <a:t>Computer organization and architecture </a:t>
            </a:r>
            <a:r>
              <a:rPr lang="en-US" altLang="en-US"/>
              <a:t>is defined as the science of selecting and interconnecting hardware components to create computers that meet functional, performance and cost goals.</a:t>
            </a:r>
          </a:p>
          <a:p>
            <a:pPr eaLnBrk="1" fontAlgn="auto" hangingPunct="1">
              <a:spcAft>
                <a:spcPts val="0"/>
              </a:spcAft>
              <a:defRPr/>
            </a:pPr>
            <a:r>
              <a:rPr lang="en-US" altLang="en-US" i="1"/>
              <a:t>The central processing unit </a:t>
            </a:r>
            <a:r>
              <a:rPr lang="en-US" altLang="en-US"/>
              <a:t>is the brain of the computer system where all the computing is done. It consists of three main components, the </a:t>
            </a:r>
            <a:r>
              <a:rPr lang="en-US" altLang="en-US" i="1"/>
              <a:t>control unit (CU), the arithmetic logic unit (ALU) and the registers.</a:t>
            </a:r>
            <a:endParaRPr lang="en-US" altLang="en-US" i="1" u="sng"/>
          </a:p>
          <a:p>
            <a:pPr eaLnBrk="1" fontAlgn="auto" hangingPunct="1">
              <a:spcAft>
                <a:spcPts val="0"/>
              </a:spcAft>
              <a:defRPr/>
            </a:pPr>
            <a:r>
              <a:rPr lang="en-US" altLang="en-US"/>
              <a:t>The control unit controls the Input/Output devices and transfer of data to and from the primary storage.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0047A-EAFA-2ADC-36D6-8F02780BC15D}"/>
              </a:ext>
            </a:extLst>
          </p:cNvPr>
          <p:cNvSpPr>
            <a:spLocks noGrp="1"/>
          </p:cNvSpPr>
          <p:nvPr>
            <p:ph type="title"/>
          </p:nvPr>
        </p:nvSpPr>
        <p:spPr/>
        <p:txBody>
          <a:bodyPr/>
          <a:lstStyle/>
          <a:p>
            <a:pPr algn="ctr" eaLnBrk="1" fontAlgn="auto" hangingPunct="1">
              <a:spcAft>
                <a:spcPts val="0"/>
              </a:spcAft>
              <a:defRPr/>
            </a:pPr>
            <a:r>
              <a:rPr lang="en-US" dirty="0"/>
              <a:t>Answer in Brief</a:t>
            </a:r>
          </a:p>
        </p:txBody>
      </p:sp>
      <p:sp>
        <p:nvSpPr>
          <p:cNvPr id="58371" name="Content Placeholder 2">
            <a:extLst>
              <a:ext uri="{FF2B5EF4-FFF2-40B4-BE49-F238E27FC236}">
                <a16:creationId xmlns:a16="http://schemas.microsoft.com/office/drawing/2014/main" id="{5B8864B4-4A33-702C-B357-ACB619DB1567}"/>
              </a:ext>
            </a:extLst>
          </p:cNvPr>
          <p:cNvSpPr>
            <a:spLocks noGrp="1" noChangeArrowheads="1"/>
          </p:cNvSpPr>
          <p:nvPr>
            <p:ph idx="1"/>
          </p:nvPr>
        </p:nvSpPr>
        <p:spPr/>
        <p:txBody>
          <a:bodyPr/>
          <a:lstStyle/>
          <a:p>
            <a:pPr eaLnBrk="1" hangingPunct="1"/>
            <a:r>
              <a:rPr lang="en-US" altLang="en-US"/>
              <a:t>Write a note on computer architecture</a:t>
            </a:r>
          </a:p>
          <a:p>
            <a:pPr eaLnBrk="1" hangingPunct="1"/>
            <a:r>
              <a:rPr lang="en-US" altLang="en-US"/>
              <a:t>What is a system bus? Name the various units of the system bus.</a:t>
            </a:r>
          </a:p>
          <a:p>
            <a:pPr eaLnBrk="1" hangingPunct="1"/>
            <a:r>
              <a:rPr lang="en-US" altLang="en-US"/>
              <a:t>What is the significance of main memory in proper functioning of a processor.</a:t>
            </a:r>
          </a:p>
          <a:p>
            <a:pPr eaLnBrk="1" hangingPunct="1"/>
            <a:r>
              <a:rPr lang="en-US" altLang="en-US"/>
              <a:t>What is an Instruction cycle?</a:t>
            </a:r>
          </a:p>
          <a:p>
            <a:pPr eaLnBrk="1" hangingPunct="1"/>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5747-3832-392C-21B8-B040497F853E}"/>
              </a:ext>
            </a:extLst>
          </p:cNvPr>
          <p:cNvSpPr>
            <a:spLocks noGrp="1"/>
          </p:cNvSpPr>
          <p:nvPr>
            <p:ph type="title"/>
          </p:nvPr>
        </p:nvSpPr>
        <p:spPr/>
        <p:txBody>
          <a:bodyPr/>
          <a:lstStyle/>
          <a:p>
            <a:pPr eaLnBrk="1" fontAlgn="auto" hangingPunct="1">
              <a:spcAft>
                <a:spcPts val="0"/>
              </a:spcAft>
              <a:defRPr/>
            </a:pPr>
            <a:r>
              <a:rPr lang="en-US" dirty="0"/>
              <a:t>Answer in Detail</a:t>
            </a:r>
          </a:p>
        </p:txBody>
      </p:sp>
      <p:sp>
        <p:nvSpPr>
          <p:cNvPr id="59395" name="Content Placeholder 2">
            <a:extLst>
              <a:ext uri="{FF2B5EF4-FFF2-40B4-BE49-F238E27FC236}">
                <a16:creationId xmlns:a16="http://schemas.microsoft.com/office/drawing/2014/main" id="{9EA43129-97FE-9C54-2407-8A0E27E6B925}"/>
              </a:ext>
            </a:extLst>
          </p:cNvPr>
          <p:cNvSpPr>
            <a:spLocks noGrp="1" noChangeArrowheads="1"/>
          </p:cNvSpPr>
          <p:nvPr>
            <p:ph idx="1"/>
          </p:nvPr>
        </p:nvSpPr>
        <p:spPr/>
        <p:txBody>
          <a:bodyPr/>
          <a:lstStyle/>
          <a:p>
            <a:pPr eaLnBrk="1" hangingPunct="1"/>
            <a:r>
              <a:rPr lang="en-US" altLang="en-US"/>
              <a:t>What do you understand by Central Processing Unit? Describe in details various units of the CPU.</a:t>
            </a:r>
          </a:p>
          <a:p>
            <a:pPr eaLnBrk="1" hangingPunct="1"/>
            <a:r>
              <a:rPr lang="en-US" altLang="en-US"/>
              <a:t>Write a detailed note on Instruction Cycle describing the various steps involved.</a:t>
            </a:r>
          </a:p>
          <a:p>
            <a:pPr eaLnBrk="1" hangingPunct="1"/>
            <a:r>
              <a:rPr lang="en-US" altLang="en-US"/>
              <a:t>Describe in details:</a:t>
            </a:r>
          </a:p>
          <a:p>
            <a:pPr eaLnBrk="1" hangingPunct="1"/>
            <a:r>
              <a:rPr lang="en-US" altLang="en-US"/>
              <a:t>a. Processor to Memory Communication</a:t>
            </a:r>
          </a:p>
          <a:p>
            <a:pPr eaLnBrk="1" hangingPunct="1"/>
            <a:r>
              <a:rPr lang="en-US" altLang="en-US"/>
              <a:t>b. Processor to I/O Devices Communication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13FF2-C97F-A230-347E-E0C9EFDCF92E}"/>
              </a:ext>
            </a:extLst>
          </p:cNvPr>
          <p:cNvSpPr>
            <a:spLocks noGrp="1"/>
          </p:cNvSpPr>
          <p:nvPr>
            <p:ph type="title"/>
          </p:nvPr>
        </p:nvSpPr>
        <p:spPr/>
        <p:txBody>
          <a:bodyPr/>
          <a:lstStyle/>
          <a:p>
            <a:pPr eaLnBrk="1" fontAlgn="auto" hangingPunct="1">
              <a:spcAft>
                <a:spcPts val="0"/>
              </a:spcAft>
              <a:defRPr/>
            </a:pPr>
            <a:r>
              <a:rPr lang="en-US" dirty="0"/>
              <a:t>Let us </a:t>
            </a:r>
            <a:r>
              <a:rPr lang="en-US" dirty="0" err="1"/>
              <a:t>Summarise</a:t>
            </a:r>
            <a:r>
              <a:rPr lang="en-US" dirty="0"/>
              <a:t>..</a:t>
            </a:r>
          </a:p>
        </p:txBody>
      </p:sp>
      <p:sp>
        <p:nvSpPr>
          <p:cNvPr id="60419" name="Content Placeholder 2">
            <a:extLst>
              <a:ext uri="{FF2B5EF4-FFF2-40B4-BE49-F238E27FC236}">
                <a16:creationId xmlns:a16="http://schemas.microsoft.com/office/drawing/2014/main" id="{AB0AC6C6-FD8F-2303-A315-2846893F4896}"/>
              </a:ext>
            </a:extLst>
          </p:cNvPr>
          <p:cNvSpPr>
            <a:spLocks noGrp="1" noChangeArrowheads="1"/>
          </p:cNvSpPr>
          <p:nvPr>
            <p:ph idx="1"/>
          </p:nvPr>
        </p:nvSpPr>
        <p:spPr/>
        <p:txBody>
          <a:bodyPr>
            <a:normAutofit fontScale="92500" lnSpcReduction="10000"/>
          </a:bodyPr>
          <a:lstStyle/>
          <a:p>
            <a:pPr eaLnBrk="1" hangingPunct="1"/>
            <a:r>
              <a:rPr lang="en-US" altLang="en-US"/>
              <a:t>The </a:t>
            </a:r>
            <a:r>
              <a:rPr lang="en-US" altLang="en-US" i="1"/>
              <a:t>Arithmetic Unit </a:t>
            </a:r>
            <a:r>
              <a:rPr lang="en-US" altLang="en-US"/>
              <a:t> is responsible for carrying out the arithmetic calculations such as addition, subtraction, multiplication, and division.</a:t>
            </a:r>
          </a:p>
          <a:p>
            <a:pPr eaLnBrk="1" hangingPunct="1"/>
            <a:r>
              <a:rPr lang="en-US" altLang="en-US"/>
              <a:t>The </a:t>
            </a:r>
            <a:r>
              <a:rPr lang="en-US" altLang="en-US" i="1"/>
              <a:t>Logic Unit </a:t>
            </a:r>
            <a:r>
              <a:rPr lang="en-US" altLang="en-US"/>
              <a:t> provides CPU the ability to make logical operations like comparing two data items  and taking different  actions based on the results of the comparison.</a:t>
            </a:r>
          </a:p>
          <a:p>
            <a:pPr eaLnBrk="1" hangingPunct="1"/>
            <a:r>
              <a:rPr lang="en-US" altLang="en-US" i="1"/>
              <a:t>Registers </a:t>
            </a:r>
            <a:r>
              <a:rPr lang="en-US" altLang="en-US"/>
              <a:t>are special purpose, high-speed temporary memory units  used by the processor for holding data.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61812-A90E-C62B-C624-40863B200B27}"/>
              </a:ext>
            </a:extLst>
          </p:cNvPr>
          <p:cNvSpPr>
            <a:spLocks noGrp="1"/>
          </p:cNvSpPr>
          <p:nvPr>
            <p:ph type="title"/>
          </p:nvPr>
        </p:nvSpPr>
        <p:spPr/>
        <p:txBody>
          <a:bodyPr/>
          <a:lstStyle/>
          <a:p>
            <a:pPr eaLnBrk="1" fontAlgn="auto" hangingPunct="1">
              <a:spcAft>
                <a:spcPts val="0"/>
              </a:spcAft>
              <a:defRPr/>
            </a:pPr>
            <a:r>
              <a:rPr lang="en-US" dirty="0"/>
              <a:t>Let us </a:t>
            </a:r>
            <a:r>
              <a:rPr lang="en-US" dirty="0" err="1"/>
              <a:t>Summarise</a:t>
            </a:r>
            <a:r>
              <a:rPr lang="en-US" dirty="0"/>
              <a:t>..</a:t>
            </a:r>
          </a:p>
        </p:txBody>
      </p:sp>
      <p:sp>
        <p:nvSpPr>
          <p:cNvPr id="57347" name="Content Placeholder 2">
            <a:extLst>
              <a:ext uri="{FF2B5EF4-FFF2-40B4-BE49-F238E27FC236}">
                <a16:creationId xmlns:a16="http://schemas.microsoft.com/office/drawing/2014/main" id="{F50BA32F-8FB8-BFD1-4528-64DB37856DF1}"/>
              </a:ext>
            </a:extLst>
          </p:cNvPr>
          <p:cNvSpPr>
            <a:spLocks noGrp="1"/>
          </p:cNvSpPr>
          <p:nvPr>
            <p:ph idx="1"/>
          </p:nvPr>
        </p:nvSpPr>
        <p:spPr/>
        <p:txBody>
          <a:bodyPr rtlCol="0">
            <a:normAutofit fontScale="92500" lnSpcReduction="10000"/>
          </a:bodyPr>
          <a:lstStyle/>
          <a:p>
            <a:pPr eaLnBrk="1" fontAlgn="auto" hangingPunct="1">
              <a:spcAft>
                <a:spcPts val="0"/>
              </a:spcAft>
              <a:defRPr/>
            </a:pPr>
            <a:r>
              <a:rPr lang="en-US" altLang="en-US" i="1"/>
              <a:t>The System bus </a:t>
            </a:r>
            <a:r>
              <a:rPr lang="en-US" altLang="en-US"/>
              <a:t>is a set of wires used for interconnection of different units of a computer system. The three logical units of a system bus are </a:t>
            </a:r>
            <a:r>
              <a:rPr lang="en-US" altLang="en-US" i="1"/>
              <a:t>the address bus, the data bus, and the control bus.</a:t>
            </a:r>
          </a:p>
          <a:p>
            <a:pPr eaLnBrk="1" fontAlgn="auto" hangingPunct="1">
              <a:spcAft>
                <a:spcPts val="0"/>
              </a:spcAft>
              <a:defRPr/>
            </a:pPr>
            <a:r>
              <a:rPr lang="en-US" altLang="en-US" i="1"/>
              <a:t>A cache </a:t>
            </a:r>
            <a:r>
              <a:rPr lang="en-US" altLang="en-US"/>
              <a:t>is a piece of very fast memory, made from high-speed static RAM that reduces the access time of the data. It is very expensive and generally incorporated in the processor, where valuable data and program segments are kept.</a:t>
            </a:r>
          </a:p>
          <a:p>
            <a:pPr eaLnBrk="1" fontAlgn="auto" hangingPunct="1">
              <a:spcAft>
                <a:spcPts val="0"/>
              </a:spcAft>
              <a:defRPr/>
            </a:pPr>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378B9-F7D0-F78E-1A0E-C811E6B4CC35}"/>
              </a:ext>
            </a:extLst>
          </p:cNvPr>
          <p:cNvSpPr>
            <a:spLocks noGrp="1"/>
          </p:cNvSpPr>
          <p:nvPr>
            <p:ph type="title"/>
          </p:nvPr>
        </p:nvSpPr>
        <p:spPr/>
        <p:txBody>
          <a:bodyPr/>
          <a:lstStyle/>
          <a:p>
            <a:pPr eaLnBrk="1" fontAlgn="auto" hangingPunct="1">
              <a:spcAft>
                <a:spcPts val="0"/>
              </a:spcAft>
              <a:defRPr/>
            </a:pPr>
            <a:r>
              <a:rPr lang="en-US" dirty="0"/>
              <a:t>Let us </a:t>
            </a:r>
            <a:r>
              <a:rPr lang="en-US" dirty="0" err="1"/>
              <a:t>Summarise</a:t>
            </a:r>
            <a:r>
              <a:rPr lang="en-US" dirty="0"/>
              <a:t>..</a:t>
            </a:r>
          </a:p>
        </p:txBody>
      </p:sp>
      <p:sp>
        <p:nvSpPr>
          <p:cNvPr id="62467" name="Content Placeholder 2">
            <a:extLst>
              <a:ext uri="{FF2B5EF4-FFF2-40B4-BE49-F238E27FC236}">
                <a16:creationId xmlns:a16="http://schemas.microsoft.com/office/drawing/2014/main" id="{260FA067-BC32-4228-B20D-0B95352047ED}"/>
              </a:ext>
            </a:extLst>
          </p:cNvPr>
          <p:cNvSpPr>
            <a:spLocks noGrp="1" noChangeArrowheads="1"/>
          </p:cNvSpPr>
          <p:nvPr>
            <p:ph idx="1"/>
          </p:nvPr>
        </p:nvSpPr>
        <p:spPr>
          <a:xfrm>
            <a:off x="457200" y="1600200"/>
            <a:ext cx="7620000" cy="5029200"/>
          </a:xfrm>
        </p:spPr>
        <p:txBody>
          <a:bodyPr>
            <a:normAutofit fontScale="85000" lnSpcReduction="20000"/>
          </a:bodyPr>
          <a:lstStyle/>
          <a:p>
            <a:pPr eaLnBrk="1" hangingPunct="1"/>
            <a:r>
              <a:rPr lang="en-US" altLang="en-US" i="1"/>
              <a:t>Instructions </a:t>
            </a:r>
            <a:r>
              <a:rPr lang="en-US" altLang="en-US"/>
              <a:t>comprise two parts, namely, the </a:t>
            </a:r>
            <a:r>
              <a:rPr lang="en-US" altLang="en-US" i="1"/>
              <a:t>op-code and the operand. </a:t>
            </a:r>
            <a:r>
              <a:rPr lang="en-US" altLang="en-US"/>
              <a:t>They are transferred one at a time into the processor, where they are decoded and the executed.</a:t>
            </a:r>
            <a:endParaRPr lang="en-US" altLang="en-US" i="1"/>
          </a:p>
          <a:p>
            <a:pPr eaLnBrk="1" hangingPunct="1"/>
            <a:r>
              <a:rPr lang="en-US" altLang="en-US"/>
              <a:t>The </a:t>
            </a:r>
            <a:r>
              <a:rPr lang="en-US" altLang="en-US" i="1"/>
              <a:t>Instruction Cycle</a:t>
            </a:r>
            <a:r>
              <a:rPr lang="en-US" altLang="en-US"/>
              <a:t> details the sequence of events that takes place as an instruction is read from memory and executed.</a:t>
            </a:r>
          </a:p>
          <a:p>
            <a:pPr eaLnBrk="1" hangingPunct="1"/>
            <a:r>
              <a:rPr lang="en-US" altLang="en-US"/>
              <a:t>In a </a:t>
            </a:r>
            <a:r>
              <a:rPr lang="en-US" altLang="en-US" i="1"/>
              <a:t>Fetch Cycle, </a:t>
            </a:r>
            <a:r>
              <a:rPr lang="en-US" altLang="en-US"/>
              <a:t>instruction to be executed is fetched from the memory to the processor.</a:t>
            </a:r>
          </a:p>
          <a:p>
            <a:pPr eaLnBrk="1" hangingPunct="1"/>
            <a:r>
              <a:rPr lang="en-US" altLang="en-US"/>
              <a:t>The </a:t>
            </a:r>
            <a:r>
              <a:rPr lang="en-US" altLang="en-US" i="1"/>
              <a:t>Decode Cycle </a:t>
            </a:r>
            <a:r>
              <a:rPr lang="en-US" altLang="en-US"/>
              <a:t>is responsible for recognizing which operation the instruction represents activating the correct circuitry to perform that operation.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CF39E-4E7B-926A-943F-32C1DA865BFE}"/>
              </a:ext>
            </a:extLst>
          </p:cNvPr>
          <p:cNvSpPr>
            <a:spLocks noGrp="1"/>
          </p:cNvSpPr>
          <p:nvPr>
            <p:ph type="title"/>
          </p:nvPr>
        </p:nvSpPr>
        <p:spPr/>
        <p:txBody>
          <a:bodyPr/>
          <a:lstStyle/>
          <a:p>
            <a:pPr eaLnBrk="1" fontAlgn="auto" hangingPunct="1">
              <a:spcAft>
                <a:spcPts val="0"/>
              </a:spcAft>
              <a:defRPr/>
            </a:pPr>
            <a:r>
              <a:rPr lang="en-US" dirty="0"/>
              <a:t>Let us </a:t>
            </a:r>
            <a:r>
              <a:rPr lang="en-US" dirty="0" err="1"/>
              <a:t>summarise</a:t>
            </a:r>
            <a:r>
              <a:rPr lang="en-US" dirty="0"/>
              <a:t>..</a:t>
            </a:r>
          </a:p>
        </p:txBody>
      </p:sp>
      <p:sp>
        <p:nvSpPr>
          <p:cNvPr id="63491" name="Content Placeholder 2">
            <a:extLst>
              <a:ext uri="{FF2B5EF4-FFF2-40B4-BE49-F238E27FC236}">
                <a16:creationId xmlns:a16="http://schemas.microsoft.com/office/drawing/2014/main" id="{516BBFBD-56C9-2045-B4AC-A89F0572B66C}"/>
              </a:ext>
            </a:extLst>
          </p:cNvPr>
          <p:cNvSpPr>
            <a:spLocks noGrp="1" noChangeArrowheads="1"/>
          </p:cNvSpPr>
          <p:nvPr>
            <p:ph idx="1"/>
          </p:nvPr>
        </p:nvSpPr>
        <p:spPr/>
        <p:txBody>
          <a:bodyPr>
            <a:normAutofit fontScale="92500" lnSpcReduction="20000"/>
          </a:bodyPr>
          <a:lstStyle/>
          <a:p>
            <a:pPr eaLnBrk="1" hangingPunct="1"/>
            <a:r>
              <a:rPr lang="en-US" altLang="en-US"/>
              <a:t>During the </a:t>
            </a:r>
            <a:r>
              <a:rPr lang="en-US" altLang="en-US" i="1"/>
              <a:t>Execute Cycle, </a:t>
            </a:r>
            <a:r>
              <a:rPr lang="en-US" altLang="en-US"/>
              <a:t>the operation specified by the op-code is performed on user provided data in the ALU.</a:t>
            </a:r>
          </a:p>
          <a:p>
            <a:pPr eaLnBrk="1" hangingPunct="1"/>
            <a:r>
              <a:rPr lang="en-US" altLang="en-US"/>
              <a:t>In the </a:t>
            </a:r>
            <a:r>
              <a:rPr lang="en-US" altLang="en-US" i="1"/>
              <a:t>Store Cycle, </a:t>
            </a:r>
            <a:r>
              <a:rPr lang="en-US" altLang="en-US"/>
              <a:t>the results from the execution cycle are stored back to the memory.</a:t>
            </a:r>
          </a:p>
          <a:p>
            <a:pPr eaLnBrk="1" hangingPunct="1"/>
            <a:r>
              <a:rPr lang="en-US" altLang="en-US" i="1"/>
              <a:t>Processors </a:t>
            </a:r>
            <a:r>
              <a:rPr lang="en-US" altLang="en-US"/>
              <a:t>are built with the ability to execute a limited set of basic operations called the </a:t>
            </a:r>
            <a:r>
              <a:rPr lang="en-US" altLang="en-US" i="1"/>
              <a:t>Instruction Set.</a:t>
            </a:r>
          </a:p>
          <a:p>
            <a:pPr eaLnBrk="1" hangingPunct="1"/>
            <a:r>
              <a:rPr lang="en-US" altLang="en-US"/>
              <a:t>The speed of the processor is measured in millions of cycles per second or Megahertz (MHz).</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85ACE-681D-4253-DD5F-05ABF7C6A2A6}"/>
              </a:ext>
            </a:extLst>
          </p:cNvPr>
          <p:cNvSpPr>
            <a:spLocks noGrp="1"/>
          </p:cNvSpPr>
          <p:nvPr>
            <p:ph type="title"/>
          </p:nvPr>
        </p:nvSpPr>
        <p:spPr/>
        <p:txBody>
          <a:bodyPr/>
          <a:lstStyle/>
          <a:p>
            <a:pPr eaLnBrk="1" fontAlgn="auto" hangingPunct="1">
              <a:spcAft>
                <a:spcPts val="0"/>
              </a:spcAft>
              <a:defRPr/>
            </a:pPr>
            <a:r>
              <a:rPr lang="en-US" dirty="0"/>
              <a:t>Let Us Summarize..</a:t>
            </a:r>
          </a:p>
        </p:txBody>
      </p:sp>
      <p:sp>
        <p:nvSpPr>
          <p:cNvPr id="64515" name="Content Placeholder 2">
            <a:extLst>
              <a:ext uri="{FF2B5EF4-FFF2-40B4-BE49-F238E27FC236}">
                <a16:creationId xmlns:a16="http://schemas.microsoft.com/office/drawing/2014/main" id="{28FBCE65-1720-87AE-C728-C82D749DD1DB}"/>
              </a:ext>
            </a:extLst>
          </p:cNvPr>
          <p:cNvSpPr>
            <a:spLocks noGrp="1" noChangeArrowheads="1"/>
          </p:cNvSpPr>
          <p:nvPr>
            <p:ph idx="1"/>
          </p:nvPr>
        </p:nvSpPr>
        <p:spPr/>
        <p:txBody>
          <a:bodyPr/>
          <a:lstStyle/>
          <a:p>
            <a:pPr eaLnBrk="1" hangingPunct="1"/>
            <a:r>
              <a:rPr lang="en-US" altLang="en-US"/>
              <a:t>Two notables factors on which the speed of a processor depends are the clock speed of the processor and the speed and the size of the data bus</a:t>
            </a:r>
          </a:p>
          <a:p>
            <a:pPr eaLnBrk="1" hangingPunct="1"/>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2981</Words>
  <Application>Microsoft Office PowerPoint</Application>
  <PresentationFormat>On-screen Show (4:3)</PresentationFormat>
  <Paragraphs>232</Paragraphs>
  <Slides>49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Aptos</vt:lpstr>
      <vt:lpstr>Arial</vt:lpstr>
      <vt:lpstr>Calibri</vt:lpstr>
      <vt:lpstr>Century Schoolbook</vt:lpstr>
      <vt:lpstr>Courier New</vt:lpstr>
      <vt:lpstr>Montserrat</vt:lpstr>
      <vt:lpstr>Times New Roman</vt:lpstr>
      <vt:lpstr>Wingdings</vt:lpstr>
      <vt:lpstr>Office Theme</vt:lpstr>
      <vt:lpstr>PowerPoint Presentation</vt:lpstr>
      <vt:lpstr>COMPUTER ORGANIZATION AND ARCHITECTURE</vt:lpstr>
      <vt:lpstr>Introduction</vt:lpstr>
      <vt:lpstr>Data flow between cpu, memory and i/o devices</vt:lpstr>
      <vt:lpstr>Central Processing Unit (CPU)</vt:lpstr>
      <vt:lpstr>Central Processing Unit (CPU) (Condt…)</vt:lpstr>
      <vt:lpstr>Arithmetic Logic unit</vt:lpstr>
      <vt:lpstr>Communication inside a computer..</vt:lpstr>
      <vt:lpstr>Communication inside a computer..</vt:lpstr>
      <vt:lpstr>Communication inside a computer</vt:lpstr>
      <vt:lpstr>Interconnection Of Units</vt:lpstr>
      <vt:lpstr>Instruction cycle</vt:lpstr>
      <vt:lpstr>Instruction Cycle</vt:lpstr>
      <vt:lpstr>Instruction Cycle Steps</vt:lpstr>
      <vt:lpstr>INTERCONNECTIONS of UNITS..</vt:lpstr>
      <vt:lpstr>System Buses Types</vt:lpstr>
      <vt:lpstr>Control Bus</vt:lpstr>
      <vt:lpstr>Processing of Information</vt:lpstr>
      <vt:lpstr>Interconnection of Computers Units via System Bus</vt:lpstr>
      <vt:lpstr>Interconnection of Computers Units via Bus</vt:lpstr>
      <vt:lpstr>Interconnection of Computers Units via Bus</vt:lpstr>
      <vt:lpstr>Interconnection of Computer Units via BUS</vt:lpstr>
      <vt:lpstr>Registers</vt:lpstr>
      <vt:lpstr>Arithmetic Logic Unit (ALU)</vt:lpstr>
      <vt:lpstr>Control Unit</vt:lpstr>
      <vt:lpstr>Control Unit(Condt…)</vt:lpstr>
      <vt:lpstr>Control Unit(Condt…)</vt:lpstr>
      <vt:lpstr>Control Unit(Condt…)</vt:lpstr>
      <vt:lpstr>Memory</vt:lpstr>
      <vt:lpstr>Random Access Memory (RAM)</vt:lpstr>
      <vt:lpstr>Types of RAM</vt:lpstr>
      <vt:lpstr>Read Only Memory (ROM)</vt:lpstr>
      <vt:lpstr>Types of ROM</vt:lpstr>
      <vt:lpstr>Flash Memory</vt:lpstr>
      <vt:lpstr>Varieties of Semiconductor Random Access Memories</vt:lpstr>
      <vt:lpstr>Cache Memory</vt:lpstr>
      <vt:lpstr>Cache Memory</vt:lpstr>
      <vt:lpstr>Different Levels of Cache</vt:lpstr>
      <vt:lpstr>Processor Speed</vt:lpstr>
      <vt:lpstr>Input Devices</vt:lpstr>
      <vt:lpstr>Output Devices</vt:lpstr>
      <vt:lpstr>Let us Summarise..</vt:lpstr>
      <vt:lpstr>Answer in Brief</vt:lpstr>
      <vt:lpstr>Answer in Detail</vt:lpstr>
      <vt:lpstr>Let us Summarise..</vt:lpstr>
      <vt:lpstr>Let us Summarise..</vt:lpstr>
      <vt:lpstr>Let us Summarise..</vt:lpstr>
      <vt:lpstr>Let us summarise..</vt:lpstr>
      <vt:lpstr>Let Us Summarize..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Samiksha Singh</dc:creator>
  <cp:keywords/>
  <dc:description>generated using python-pptx</dc:description>
  <cp:lastModifiedBy>Rajib Banerjee</cp:lastModifiedBy>
  <cp:revision>5</cp:revision>
  <dcterms:created xsi:type="dcterms:W3CDTF">2013-01-27T09:14:16Z</dcterms:created>
  <dcterms:modified xsi:type="dcterms:W3CDTF">2025-01-13T03:18:10Z</dcterms:modified>
  <cp:category/>
</cp:coreProperties>
</file>